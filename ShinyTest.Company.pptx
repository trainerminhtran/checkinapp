
<file path=[Content_Types].xml><?xml version="1.0" encoding="utf-8"?>
<Types xmlns="http://schemas.openxmlformats.org/package/2006/content-types">
  <Default Extension="emf" ContentType="image/x-emf"/>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 id="2147483681" r:id="rId2"/>
  </p:sldMasterIdLst>
  <p:notesMasterIdLst>
    <p:notesMasterId r:id="rId16"/>
  </p:notesMasterIdLst>
  <p:sldIdLst>
    <p:sldId id="256" r:id="rId3"/>
    <p:sldId id="258" r:id="rId4"/>
    <p:sldId id="259" r:id="rId5"/>
    <p:sldId id="260" r:id="rId6"/>
    <p:sldId id="320" r:id="rId7"/>
    <p:sldId id="321" r:id="rId8"/>
    <p:sldId id="322" r:id="rId9"/>
    <p:sldId id="286" r:id="rId10"/>
    <p:sldId id="323" r:id="rId11"/>
    <p:sldId id="326" r:id="rId12"/>
    <p:sldId id="327" r:id="rId13"/>
    <p:sldId id="329" r:id="rId14"/>
    <p:sldId id="318" r:id="rId15"/>
  </p:sldIdLst>
  <p:sldSz cx="9144000" cy="5143500" type="screen16x9"/>
  <p:notesSz cx="6858000" cy="9144000"/>
  <p:embeddedFontLst>
    <p:embeddedFont>
      <p:font typeface="Calibri" panose="020F0502020204030204" pitchFamily="34" charset="0"/>
      <p:regular r:id="rId17"/>
      <p:bold r:id="rId18"/>
      <p:italic r:id="rId19"/>
      <p:boldItalic r:id="rId20"/>
    </p:embeddedFont>
    <p:embeddedFont>
      <p:font typeface="Fira Sans Extra Condensed Medium" panose="020B0604020202020204" charset="0"/>
      <p:regular r:id="rId21"/>
      <p:bold r:id="rId22"/>
      <p:italic r:id="rId23"/>
      <p:boldItalic r:id="rId24"/>
    </p:embeddedFont>
    <p:embeddedFont>
      <p:font typeface="Montserrat Black" panose="020B0604020202020204" charset="0"/>
      <p:bold r:id="rId25"/>
      <p:boldItalic r:id="rId26"/>
    </p:embeddedFont>
    <p:embeddedFont>
      <p:font typeface="Open Sans" panose="020B0604020202020204" charset="0"/>
      <p:regular r:id="rId27"/>
      <p:bold r:id="rId28"/>
      <p:italic r:id="rId29"/>
      <p:boldItalic r:id="rId30"/>
    </p:embeddedFont>
    <p:embeddedFont>
      <p:font typeface="Proxima Nova" panose="020B0604020202020204" charset="0"/>
      <p:regular r:id="rId31"/>
      <p:bold r:id="rId32"/>
      <p:italic r:id="rId33"/>
      <p:boldItalic r:id="rId34"/>
    </p:embeddedFont>
    <p:embeddedFont>
      <p:font typeface="Proxima Nova Semibold" panose="020B0604020202020204" charset="0"/>
      <p:regular r:id="rId35"/>
      <p:bold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85B4"/>
    <a:srgbClr val="61D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3754653-B56B-4DBD-A171-6D297C05318B}">
  <a:tblStyle styleId="{63754653-B56B-4DBD-A171-6D297C05318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92"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viewProps" Target="viewProps.xml"/><Relationship Id="rId21" Type="http://schemas.openxmlformats.org/officeDocument/2006/relationships/font" Target="fonts/font5.fntdata"/><Relationship Id="rId34" Type="http://schemas.openxmlformats.org/officeDocument/2006/relationships/font" Target="fonts/font18.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8.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9c4634428f_1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9c4634428f_1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ab14034664_0_6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ab14034664_0_6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9c4634428f_1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9c4634428f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9c4634428f_1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9c4634428f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4138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gab14034664_0_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5" name="Google Shape;1085;gab14034664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81637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ab14034664_0_6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ab14034664_0_6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6355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2"/>
        <p:cNvGrpSpPr/>
        <p:nvPr/>
      </p:nvGrpSpPr>
      <p:grpSpPr>
        <a:xfrm>
          <a:off x="0" y="0"/>
          <a:ext cx="0" cy="0"/>
          <a:chOff x="0" y="0"/>
          <a:chExt cx="0" cy="0"/>
        </a:xfrm>
      </p:grpSpPr>
      <p:sp>
        <p:nvSpPr>
          <p:cNvPr id="1323" name="Google Shape;1323;ga46eb17aa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4" name="Google Shape;1324;ga46eb17a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ab14034664_0_6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ab14034664_0_6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64302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6"/>
        <p:cNvGrpSpPr/>
        <p:nvPr/>
      </p:nvGrpSpPr>
      <p:grpSpPr>
        <a:xfrm>
          <a:off x="0" y="0"/>
          <a:ext cx="0" cy="0"/>
          <a:chOff x="0" y="0"/>
          <a:chExt cx="0" cy="0"/>
        </a:xfrm>
      </p:grpSpPr>
      <p:sp>
        <p:nvSpPr>
          <p:cNvPr id="1407" name="Google Shape;1407;ga46eb17aa6_0_10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8" name="Google Shape;1408;ga46eb17aa6_0_10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8844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4"/>
        <p:cNvGrpSpPr/>
        <p:nvPr/>
      </p:nvGrpSpPr>
      <p:grpSpPr>
        <a:xfrm>
          <a:off x="0" y="0"/>
          <a:ext cx="0" cy="0"/>
          <a:chOff x="0" y="0"/>
          <a:chExt cx="0" cy="0"/>
        </a:xfrm>
      </p:grpSpPr>
      <p:sp>
        <p:nvSpPr>
          <p:cNvPr id="1825" name="Google Shape;1825;ga46eb17aa6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6" name="Google Shape;1826;ga46eb17aa6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43331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ab14034664_0_6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7" name="Google Shape;907;gab14034664_0_6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4014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56"/>
        <p:cNvGrpSpPr/>
        <p:nvPr/>
      </p:nvGrpSpPr>
      <p:grpSpPr>
        <a:xfrm>
          <a:off x="0" y="0"/>
          <a:ext cx="0" cy="0"/>
          <a:chOff x="0" y="0"/>
          <a:chExt cx="0" cy="0"/>
        </a:xfrm>
      </p:grpSpPr>
      <p:sp>
        <p:nvSpPr>
          <p:cNvPr id="12557" name="Google Shape;12557;g9d2ab2c2c7_0_207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58" name="Google Shape;12558;g9d2ab2c2c7_0_207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319538" y="1601112"/>
            <a:ext cx="6204300" cy="2125200"/>
          </a:xfrm>
          <a:prstGeom prst="rect">
            <a:avLst/>
          </a:prstGeom>
        </p:spPr>
        <p:txBody>
          <a:bodyPr spcFirstLastPara="1" wrap="square" lIns="91425" tIns="91425" rIns="91425" bIns="91425" anchor="ctr" anchorCtr="0">
            <a:noAutofit/>
          </a:bodyPr>
          <a:lstStyle>
            <a:lvl1pPr lvl="0" algn="r">
              <a:spcBef>
                <a:spcPts val="0"/>
              </a:spcBef>
              <a:spcAft>
                <a:spcPts val="0"/>
              </a:spcAft>
              <a:buSzPts val="5200"/>
              <a:buNone/>
              <a:defRPr sz="4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3329938" y="3835487"/>
            <a:ext cx="5193900" cy="4089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2800"/>
              <a:buNone/>
              <a:defRPr sz="20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109825" y="4039800"/>
            <a:ext cx="1987184" cy="1213853"/>
          </a:xfrm>
          <a:custGeom>
            <a:avLst/>
            <a:gdLst/>
            <a:ahLst/>
            <a:cxnLst/>
            <a:rect l="l" t="t" r="r" b="b"/>
            <a:pathLst>
              <a:path w="19805" h="12098" extrusionOk="0">
                <a:moveTo>
                  <a:pt x="1" y="1"/>
                </a:moveTo>
                <a:lnTo>
                  <a:pt x="1" y="8410"/>
                </a:lnTo>
                <a:cubicBezTo>
                  <a:pt x="1" y="10453"/>
                  <a:pt x="1646" y="12098"/>
                  <a:pt x="3688" y="12098"/>
                </a:cubicBezTo>
                <a:lnTo>
                  <a:pt x="19804" y="12098"/>
                </a:lnTo>
                <a:lnTo>
                  <a:pt x="19008" y="11156"/>
                </a:lnTo>
                <a:cubicBezTo>
                  <a:pt x="17151" y="8927"/>
                  <a:pt x="14406" y="7641"/>
                  <a:pt x="11501" y="7641"/>
                </a:cubicBezTo>
                <a:lnTo>
                  <a:pt x="9790" y="7641"/>
                </a:lnTo>
                <a:lnTo>
                  <a:pt x="5956" y="2852"/>
                </a:lnTo>
                <a:cubicBezTo>
                  <a:pt x="4511" y="1049"/>
                  <a:pt x="2322" y="1"/>
                  <a:pt x="1" y="1"/>
                </a:cubicBezTo>
                <a:close/>
              </a:path>
            </a:pathLst>
          </a:custGeom>
          <a:solidFill>
            <a:srgbClr val="EBCA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5400000">
            <a:off x="7591865" y="51283"/>
            <a:ext cx="1838276" cy="1536906"/>
          </a:xfrm>
          <a:custGeom>
            <a:avLst/>
            <a:gdLst/>
            <a:ahLst/>
            <a:cxnLst/>
            <a:rect l="l" t="t" r="r" b="b"/>
            <a:pathLst>
              <a:path w="23545" h="19685" extrusionOk="0">
                <a:moveTo>
                  <a:pt x="23545" y="1"/>
                </a:moveTo>
                <a:cubicBezTo>
                  <a:pt x="21250" y="1"/>
                  <a:pt x="19088" y="1115"/>
                  <a:pt x="17735" y="2972"/>
                </a:cubicBezTo>
                <a:lnTo>
                  <a:pt x="10904" y="12442"/>
                </a:lnTo>
                <a:lnTo>
                  <a:pt x="10798" y="12442"/>
                </a:lnTo>
                <a:cubicBezTo>
                  <a:pt x="7442" y="12442"/>
                  <a:pt x="4299" y="14008"/>
                  <a:pt x="2269" y="16674"/>
                </a:cubicBezTo>
                <a:lnTo>
                  <a:pt x="1" y="19685"/>
                </a:lnTo>
                <a:lnTo>
                  <a:pt x="19539" y="19685"/>
                </a:lnTo>
                <a:cubicBezTo>
                  <a:pt x="21754" y="19685"/>
                  <a:pt x="23545" y="17894"/>
                  <a:pt x="23545" y="15679"/>
                </a:cubicBezTo>
                <a:lnTo>
                  <a:pt x="23545" y="1"/>
                </a:lnTo>
                <a:close/>
              </a:path>
            </a:pathLst>
          </a:custGeom>
          <a:solidFill>
            <a:srgbClr val="EBCA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434699" y="-972068"/>
            <a:ext cx="1356217" cy="1356217"/>
          </a:xfrm>
          <a:custGeom>
            <a:avLst/>
            <a:gdLst/>
            <a:ahLst/>
            <a:cxnLst/>
            <a:rect l="l" t="t" r="r" b="b"/>
            <a:pathLst>
              <a:path w="15971" h="15971" fill="none" extrusionOk="0">
                <a:moveTo>
                  <a:pt x="15971" y="7986"/>
                </a:moveTo>
                <a:cubicBezTo>
                  <a:pt x="15971" y="12390"/>
                  <a:pt x="12389" y="15971"/>
                  <a:pt x="7986" y="15971"/>
                </a:cubicBezTo>
                <a:cubicBezTo>
                  <a:pt x="3569" y="15971"/>
                  <a:pt x="0" y="12390"/>
                  <a:pt x="0" y="7986"/>
                </a:cubicBezTo>
                <a:cubicBezTo>
                  <a:pt x="0" y="3569"/>
                  <a:pt x="3569" y="1"/>
                  <a:pt x="7986" y="1"/>
                </a:cubicBezTo>
                <a:cubicBezTo>
                  <a:pt x="12389" y="1"/>
                  <a:pt x="15971" y="3569"/>
                  <a:pt x="15971" y="7986"/>
                </a:cubicBezTo>
                <a:close/>
              </a:path>
            </a:pathLst>
          </a:custGeom>
          <a:noFill/>
          <a:ln w="19050" cap="flat" cmpd="sng">
            <a:solidFill>
              <a:schemeClr val="accent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569779" y="4346120"/>
            <a:ext cx="1051084" cy="958159"/>
          </a:xfrm>
          <a:custGeom>
            <a:avLst/>
            <a:gdLst/>
            <a:ahLst/>
            <a:cxnLst/>
            <a:rect l="l" t="t" r="r" b="b"/>
            <a:pathLst>
              <a:path w="18505" h="16869" extrusionOk="0">
                <a:moveTo>
                  <a:pt x="9252" y="0"/>
                </a:moveTo>
                <a:cubicBezTo>
                  <a:pt x="7094" y="0"/>
                  <a:pt x="4935" y="823"/>
                  <a:pt x="3290" y="2467"/>
                </a:cubicBezTo>
                <a:cubicBezTo>
                  <a:pt x="1" y="5770"/>
                  <a:pt x="1" y="11102"/>
                  <a:pt x="3290" y="14392"/>
                </a:cubicBezTo>
                <a:cubicBezTo>
                  <a:pt x="4935" y="16043"/>
                  <a:pt x="7094" y="16869"/>
                  <a:pt x="9252" y="16869"/>
                </a:cubicBezTo>
                <a:cubicBezTo>
                  <a:pt x="11411" y="16869"/>
                  <a:pt x="13570" y="16043"/>
                  <a:pt x="15215" y="14392"/>
                </a:cubicBezTo>
                <a:cubicBezTo>
                  <a:pt x="18504" y="11102"/>
                  <a:pt x="18504" y="5770"/>
                  <a:pt x="15215" y="2467"/>
                </a:cubicBezTo>
                <a:cubicBezTo>
                  <a:pt x="13570" y="823"/>
                  <a:pt x="11411" y="0"/>
                  <a:pt x="92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1789200" y="2777991"/>
            <a:ext cx="5565600" cy="63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subTitle" idx="1"/>
          </p:nvPr>
        </p:nvSpPr>
        <p:spPr>
          <a:xfrm>
            <a:off x="2264700" y="3526850"/>
            <a:ext cx="4614600" cy="5460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600"/>
            </a:lvl1pPr>
            <a:lvl2pPr lvl="1" algn="ctr" rtl="0">
              <a:spcBef>
                <a:spcPts val="0"/>
              </a:spcBef>
              <a:spcAft>
                <a:spcPts val="0"/>
              </a:spcAft>
              <a:buNone/>
              <a:defRPr sz="2000"/>
            </a:lvl2pPr>
            <a:lvl3pPr lvl="2" algn="ctr" rtl="0">
              <a:spcBef>
                <a:spcPts val="0"/>
              </a:spcBef>
              <a:spcAft>
                <a:spcPts val="0"/>
              </a:spcAft>
              <a:buNone/>
              <a:defRPr sz="2000"/>
            </a:lvl3pPr>
            <a:lvl4pPr lvl="3" algn="ctr" rtl="0">
              <a:spcBef>
                <a:spcPts val="0"/>
              </a:spcBef>
              <a:spcAft>
                <a:spcPts val="0"/>
              </a:spcAft>
              <a:buNone/>
              <a:defRPr sz="2000"/>
            </a:lvl4pPr>
            <a:lvl5pPr lvl="4" algn="ctr" rtl="0">
              <a:spcBef>
                <a:spcPts val="0"/>
              </a:spcBef>
              <a:spcAft>
                <a:spcPts val="0"/>
              </a:spcAft>
              <a:buNone/>
              <a:defRPr sz="2000"/>
            </a:lvl5pPr>
            <a:lvl6pPr lvl="5" algn="ctr" rtl="0">
              <a:spcBef>
                <a:spcPts val="0"/>
              </a:spcBef>
              <a:spcAft>
                <a:spcPts val="0"/>
              </a:spcAft>
              <a:buNone/>
              <a:defRPr sz="2000"/>
            </a:lvl6pPr>
            <a:lvl7pPr lvl="6" algn="ctr" rtl="0">
              <a:spcBef>
                <a:spcPts val="0"/>
              </a:spcBef>
              <a:spcAft>
                <a:spcPts val="0"/>
              </a:spcAft>
              <a:buNone/>
              <a:defRPr sz="2000"/>
            </a:lvl7pPr>
            <a:lvl8pPr lvl="7" algn="ctr" rtl="0">
              <a:spcBef>
                <a:spcPts val="0"/>
              </a:spcBef>
              <a:spcAft>
                <a:spcPts val="0"/>
              </a:spcAft>
              <a:buNone/>
              <a:defRPr sz="2000"/>
            </a:lvl8pPr>
            <a:lvl9pPr lvl="8" algn="ctr" rtl="0">
              <a:spcBef>
                <a:spcPts val="0"/>
              </a:spcBef>
              <a:spcAft>
                <a:spcPts val="0"/>
              </a:spcAft>
              <a:buNone/>
              <a:defRPr sz="2000"/>
            </a:lvl9pPr>
          </a:lstStyle>
          <a:p>
            <a:endParaRPr/>
          </a:p>
        </p:txBody>
      </p:sp>
      <p:sp>
        <p:nvSpPr>
          <p:cNvPr id="18" name="Google Shape;18;p3"/>
          <p:cNvSpPr txBox="1">
            <a:spLocks noGrp="1"/>
          </p:cNvSpPr>
          <p:nvPr>
            <p:ph type="title" idx="2" hasCustomPrompt="1"/>
          </p:nvPr>
        </p:nvSpPr>
        <p:spPr>
          <a:xfrm>
            <a:off x="2307300" y="1106125"/>
            <a:ext cx="4529400" cy="1671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9" name="Google Shape;19;p3"/>
          <p:cNvSpPr/>
          <p:nvPr/>
        </p:nvSpPr>
        <p:spPr>
          <a:xfrm flipH="1">
            <a:off x="6753751" y="0"/>
            <a:ext cx="2390246" cy="572709"/>
          </a:xfrm>
          <a:custGeom>
            <a:avLst/>
            <a:gdLst/>
            <a:ahLst/>
            <a:cxnLst/>
            <a:rect l="l" t="t" r="r" b="b"/>
            <a:pathLst>
              <a:path w="40427" h="9686" extrusionOk="0">
                <a:moveTo>
                  <a:pt x="1" y="0"/>
                </a:moveTo>
                <a:lnTo>
                  <a:pt x="1" y="9058"/>
                </a:lnTo>
                <a:cubicBezTo>
                  <a:pt x="912" y="8420"/>
                  <a:pt x="1824" y="7812"/>
                  <a:pt x="2827" y="7417"/>
                </a:cubicBezTo>
                <a:cubicBezTo>
                  <a:pt x="4328" y="6846"/>
                  <a:pt x="5566" y="6613"/>
                  <a:pt x="6684" y="6613"/>
                </a:cubicBezTo>
                <a:cubicBezTo>
                  <a:pt x="9258" y="6613"/>
                  <a:pt x="11195" y="7850"/>
                  <a:pt x="14226" y="9058"/>
                </a:cubicBezTo>
                <a:cubicBezTo>
                  <a:pt x="15249" y="9459"/>
                  <a:pt x="16382" y="9685"/>
                  <a:pt x="17502" y="9685"/>
                </a:cubicBezTo>
                <a:cubicBezTo>
                  <a:pt x="18678" y="9685"/>
                  <a:pt x="19841" y="9436"/>
                  <a:pt x="20852" y="8876"/>
                </a:cubicBezTo>
                <a:cubicBezTo>
                  <a:pt x="22615" y="7873"/>
                  <a:pt x="23223" y="6657"/>
                  <a:pt x="25290" y="6657"/>
                </a:cubicBezTo>
                <a:cubicBezTo>
                  <a:pt x="25352" y="6656"/>
                  <a:pt x="25413" y="6655"/>
                  <a:pt x="25475" y="6655"/>
                </a:cubicBezTo>
                <a:cubicBezTo>
                  <a:pt x="27711" y="6655"/>
                  <a:pt x="29710" y="7399"/>
                  <a:pt x="31834" y="7399"/>
                </a:cubicBezTo>
                <a:cubicBezTo>
                  <a:pt x="32722" y="7399"/>
                  <a:pt x="33632" y="7269"/>
                  <a:pt x="34591" y="6900"/>
                </a:cubicBezTo>
                <a:cubicBezTo>
                  <a:pt x="37661" y="5745"/>
                  <a:pt x="39545" y="3587"/>
                  <a:pt x="40336" y="456"/>
                </a:cubicBezTo>
                <a:cubicBezTo>
                  <a:pt x="40366" y="304"/>
                  <a:pt x="40396" y="152"/>
                  <a:pt x="404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720100" y="-1280800"/>
            <a:ext cx="2276400" cy="2276400"/>
          </a:xfrm>
          <a:prstGeom prst="ellipse">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8499150" y="467150"/>
            <a:ext cx="528444" cy="528444"/>
          </a:xfrm>
          <a:custGeom>
            <a:avLst/>
            <a:gdLst/>
            <a:ahLst/>
            <a:cxnLst/>
            <a:rect l="l" t="t" r="r" b="b"/>
            <a:pathLst>
              <a:path w="17174" h="17174" extrusionOk="0">
                <a:moveTo>
                  <a:pt x="8481" y="61"/>
                </a:moveTo>
                <a:cubicBezTo>
                  <a:pt x="3769" y="92"/>
                  <a:pt x="0" y="3982"/>
                  <a:pt x="30" y="8694"/>
                </a:cubicBezTo>
                <a:cubicBezTo>
                  <a:pt x="91" y="13405"/>
                  <a:pt x="3952" y="17174"/>
                  <a:pt x="8693" y="17144"/>
                </a:cubicBezTo>
                <a:cubicBezTo>
                  <a:pt x="13405" y="17083"/>
                  <a:pt x="17174" y="13223"/>
                  <a:pt x="17113" y="8481"/>
                </a:cubicBezTo>
                <a:cubicBezTo>
                  <a:pt x="17082" y="3770"/>
                  <a:pt x="13222" y="0"/>
                  <a:pt x="8481" y="6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0" y="4455000"/>
            <a:ext cx="3074544" cy="688502"/>
          </a:xfrm>
          <a:custGeom>
            <a:avLst/>
            <a:gdLst/>
            <a:ahLst/>
            <a:cxnLst/>
            <a:rect l="l" t="t" r="r" b="b"/>
            <a:pathLst>
              <a:path w="37418" h="8379" extrusionOk="0">
                <a:moveTo>
                  <a:pt x="22572" y="1"/>
                </a:moveTo>
                <a:cubicBezTo>
                  <a:pt x="21393" y="1"/>
                  <a:pt x="20222" y="250"/>
                  <a:pt x="19210" y="810"/>
                </a:cubicBezTo>
                <a:cubicBezTo>
                  <a:pt x="17478" y="1813"/>
                  <a:pt x="16840" y="2999"/>
                  <a:pt x="14803" y="3029"/>
                </a:cubicBezTo>
                <a:cubicBezTo>
                  <a:pt x="14741" y="3030"/>
                  <a:pt x="14680" y="3031"/>
                  <a:pt x="14618" y="3031"/>
                </a:cubicBezTo>
                <a:cubicBezTo>
                  <a:pt x="12381" y="3031"/>
                  <a:pt x="10367" y="2287"/>
                  <a:pt x="8235" y="2287"/>
                </a:cubicBezTo>
                <a:cubicBezTo>
                  <a:pt x="7343" y="2287"/>
                  <a:pt x="6430" y="2417"/>
                  <a:pt x="5472" y="2786"/>
                </a:cubicBezTo>
                <a:cubicBezTo>
                  <a:pt x="2706" y="3850"/>
                  <a:pt x="912" y="5704"/>
                  <a:pt x="0" y="8379"/>
                </a:cubicBezTo>
                <a:lnTo>
                  <a:pt x="37417" y="8379"/>
                </a:lnTo>
                <a:lnTo>
                  <a:pt x="37417" y="2178"/>
                </a:lnTo>
                <a:cubicBezTo>
                  <a:pt x="37357" y="2209"/>
                  <a:pt x="37296" y="2239"/>
                  <a:pt x="37235" y="2239"/>
                </a:cubicBezTo>
                <a:cubicBezTo>
                  <a:pt x="35732" y="2814"/>
                  <a:pt x="34489" y="3050"/>
                  <a:pt x="33364" y="3050"/>
                </a:cubicBezTo>
                <a:cubicBezTo>
                  <a:pt x="30805" y="3050"/>
                  <a:pt x="28856" y="1832"/>
                  <a:pt x="25837" y="628"/>
                </a:cubicBezTo>
                <a:cubicBezTo>
                  <a:pt x="24828" y="227"/>
                  <a:pt x="23696" y="1"/>
                  <a:pt x="225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3600024" flipH="1">
            <a:off x="7811165" y="4280621"/>
            <a:ext cx="1953002" cy="1038942"/>
          </a:xfrm>
          <a:custGeom>
            <a:avLst/>
            <a:gdLst/>
            <a:ahLst/>
            <a:cxnLst/>
            <a:rect l="l" t="t" r="r" b="b"/>
            <a:pathLst>
              <a:path w="28056" h="14925" extrusionOk="0">
                <a:moveTo>
                  <a:pt x="19392" y="426"/>
                </a:moveTo>
                <a:cubicBezTo>
                  <a:pt x="19210" y="456"/>
                  <a:pt x="19058" y="487"/>
                  <a:pt x="18876" y="517"/>
                </a:cubicBezTo>
                <a:cubicBezTo>
                  <a:pt x="17265" y="882"/>
                  <a:pt x="15775" y="1642"/>
                  <a:pt x="14529" y="2736"/>
                </a:cubicBezTo>
                <a:cubicBezTo>
                  <a:pt x="13253" y="3861"/>
                  <a:pt x="12128" y="5289"/>
                  <a:pt x="10608" y="6140"/>
                </a:cubicBezTo>
                <a:cubicBezTo>
                  <a:pt x="8754" y="7174"/>
                  <a:pt x="6657" y="6657"/>
                  <a:pt x="4651" y="6839"/>
                </a:cubicBezTo>
                <a:cubicBezTo>
                  <a:pt x="3465" y="6931"/>
                  <a:pt x="2158" y="7356"/>
                  <a:pt x="1429" y="8359"/>
                </a:cubicBezTo>
                <a:cubicBezTo>
                  <a:pt x="0" y="10365"/>
                  <a:pt x="1611" y="12341"/>
                  <a:pt x="3374" y="13374"/>
                </a:cubicBezTo>
                <a:cubicBezTo>
                  <a:pt x="5532" y="14651"/>
                  <a:pt x="8207" y="14894"/>
                  <a:pt x="10669" y="14925"/>
                </a:cubicBezTo>
                <a:cubicBezTo>
                  <a:pt x="12918" y="14925"/>
                  <a:pt x="15198" y="14681"/>
                  <a:pt x="17356" y="14013"/>
                </a:cubicBezTo>
                <a:cubicBezTo>
                  <a:pt x="20304" y="13101"/>
                  <a:pt x="23587" y="11520"/>
                  <a:pt x="25806" y="9332"/>
                </a:cubicBezTo>
                <a:cubicBezTo>
                  <a:pt x="27417" y="7721"/>
                  <a:pt x="28055" y="5107"/>
                  <a:pt x="26931" y="3040"/>
                </a:cubicBezTo>
                <a:cubicBezTo>
                  <a:pt x="25532" y="517"/>
                  <a:pt x="21976" y="0"/>
                  <a:pt x="19392" y="42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8577133" y="3119584"/>
            <a:ext cx="1305000" cy="1305000"/>
          </a:xfrm>
          <a:prstGeom prst="ellipse">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16852" y="-32604"/>
            <a:ext cx="3074544" cy="688502"/>
          </a:xfrm>
          <a:custGeom>
            <a:avLst/>
            <a:gdLst/>
            <a:ahLst/>
            <a:cxnLst/>
            <a:rect l="l" t="t" r="r" b="b"/>
            <a:pathLst>
              <a:path w="37418" h="8379" extrusionOk="0">
                <a:moveTo>
                  <a:pt x="22572" y="1"/>
                </a:moveTo>
                <a:cubicBezTo>
                  <a:pt x="21393" y="1"/>
                  <a:pt x="20222" y="250"/>
                  <a:pt x="19210" y="810"/>
                </a:cubicBezTo>
                <a:cubicBezTo>
                  <a:pt x="17478" y="1813"/>
                  <a:pt x="16840" y="2999"/>
                  <a:pt x="14803" y="3029"/>
                </a:cubicBezTo>
                <a:cubicBezTo>
                  <a:pt x="14741" y="3030"/>
                  <a:pt x="14680" y="3031"/>
                  <a:pt x="14618" y="3031"/>
                </a:cubicBezTo>
                <a:cubicBezTo>
                  <a:pt x="12381" y="3031"/>
                  <a:pt x="10367" y="2287"/>
                  <a:pt x="8235" y="2287"/>
                </a:cubicBezTo>
                <a:cubicBezTo>
                  <a:pt x="7343" y="2287"/>
                  <a:pt x="6430" y="2417"/>
                  <a:pt x="5472" y="2786"/>
                </a:cubicBezTo>
                <a:cubicBezTo>
                  <a:pt x="2706" y="3850"/>
                  <a:pt x="912" y="5704"/>
                  <a:pt x="0" y="8379"/>
                </a:cubicBezTo>
                <a:lnTo>
                  <a:pt x="37417" y="8379"/>
                </a:lnTo>
                <a:lnTo>
                  <a:pt x="37417" y="2178"/>
                </a:lnTo>
                <a:cubicBezTo>
                  <a:pt x="37357" y="2209"/>
                  <a:pt x="37296" y="2239"/>
                  <a:pt x="37235" y="2239"/>
                </a:cubicBezTo>
                <a:cubicBezTo>
                  <a:pt x="35732" y="2814"/>
                  <a:pt x="34489" y="3050"/>
                  <a:pt x="33364" y="3050"/>
                </a:cubicBezTo>
                <a:cubicBezTo>
                  <a:pt x="30805" y="3050"/>
                  <a:pt x="28856" y="1832"/>
                  <a:pt x="25837" y="628"/>
                </a:cubicBezTo>
                <a:cubicBezTo>
                  <a:pt x="24828" y="227"/>
                  <a:pt x="23696" y="1"/>
                  <a:pt x="225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713225" y="445025"/>
            <a:ext cx="77178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5" name="Google Shape;45;p6"/>
          <p:cNvSpPr/>
          <p:nvPr/>
        </p:nvSpPr>
        <p:spPr>
          <a:xfrm rot="10800000" flipH="1">
            <a:off x="-138400" y="-102292"/>
            <a:ext cx="1987184" cy="1213853"/>
          </a:xfrm>
          <a:custGeom>
            <a:avLst/>
            <a:gdLst/>
            <a:ahLst/>
            <a:cxnLst/>
            <a:rect l="l" t="t" r="r" b="b"/>
            <a:pathLst>
              <a:path w="19805" h="12098" extrusionOk="0">
                <a:moveTo>
                  <a:pt x="1" y="1"/>
                </a:moveTo>
                <a:lnTo>
                  <a:pt x="1" y="8410"/>
                </a:lnTo>
                <a:cubicBezTo>
                  <a:pt x="1" y="10453"/>
                  <a:pt x="1646" y="12098"/>
                  <a:pt x="3688" y="12098"/>
                </a:cubicBezTo>
                <a:lnTo>
                  <a:pt x="19804" y="12098"/>
                </a:lnTo>
                <a:lnTo>
                  <a:pt x="19008" y="11156"/>
                </a:lnTo>
                <a:cubicBezTo>
                  <a:pt x="17151" y="8927"/>
                  <a:pt x="14406" y="7641"/>
                  <a:pt x="11501" y="7641"/>
                </a:cubicBezTo>
                <a:lnTo>
                  <a:pt x="9790" y="7641"/>
                </a:lnTo>
                <a:lnTo>
                  <a:pt x="5956" y="2852"/>
                </a:lnTo>
                <a:cubicBezTo>
                  <a:pt x="4511" y="1049"/>
                  <a:pt x="2322" y="1"/>
                  <a:pt x="1" y="1"/>
                </a:cubicBezTo>
                <a:close/>
              </a:path>
            </a:pathLst>
          </a:custGeom>
          <a:solidFill>
            <a:srgbClr val="EBCA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6"/>
          <p:cNvSpPr/>
          <p:nvPr/>
        </p:nvSpPr>
        <p:spPr>
          <a:xfrm rot="-5400000" flipH="1">
            <a:off x="7563290" y="3563172"/>
            <a:ext cx="1838276" cy="1536906"/>
          </a:xfrm>
          <a:custGeom>
            <a:avLst/>
            <a:gdLst/>
            <a:ahLst/>
            <a:cxnLst/>
            <a:rect l="l" t="t" r="r" b="b"/>
            <a:pathLst>
              <a:path w="23545" h="19685" extrusionOk="0">
                <a:moveTo>
                  <a:pt x="23545" y="1"/>
                </a:moveTo>
                <a:cubicBezTo>
                  <a:pt x="21250" y="1"/>
                  <a:pt x="19088" y="1115"/>
                  <a:pt x="17735" y="2972"/>
                </a:cubicBezTo>
                <a:lnTo>
                  <a:pt x="10904" y="12442"/>
                </a:lnTo>
                <a:lnTo>
                  <a:pt x="10798" y="12442"/>
                </a:lnTo>
                <a:cubicBezTo>
                  <a:pt x="7442" y="12442"/>
                  <a:pt x="4299" y="14008"/>
                  <a:pt x="2269" y="16674"/>
                </a:cubicBezTo>
                <a:lnTo>
                  <a:pt x="1" y="19685"/>
                </a:lnTo>
                <a:lnTo>
                  <a:pt x="19539" y="19685"/>
                </a:lnTo>
                <a:cubicBezTo>
                  <a:pt x="21754" y="19685"/>
                  <a:pt x="23545" y="17894"/>
                  <a:pt x="23545" y="15679"/>
                </a:cubicBezTo>
                <a:lnTo>
                  <a:pt x="23545" y="1"/>
                </a:lnTo>
                <a:close/>
              </a:path>
            </a:pathLst>
          </a:custGeom>
          <a:solidFill>
            <a:srgbClr val="EBCA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6"/>
          <p:cNvSpPr/>
          <p:nvPr/>
        </p:nvSpPr>
        <p:spPr>
          <a:xfrm rot="10800000" flipH="1">
            <a:off x="-956576" y="4300487"/>
            <a:ext cx="1356217" cy="1356217"/>
          </a:xfrm>
          <a:custGeom>
            <a:avLst/>
            <a:gdLst/>
            <a:ahLst/>
            <a:cxnLst/>
            <a:rect l="l" t="t" r="r" b="b"/>
            <a:pathLst>
              <a:path w="15971" h="15971" fill="none" extrusionOk="0">
                <a:moveTo>
                  <a:pt x="15971" y="7986"/>
                </a:moveTo>
                <a:cubicBezTo>
                  <a:pt x="15971" y="12390"/>
                  <a:pt x="12389" y="15971"/>
                  <a:pt x="7986" y="15971"/>
                </a:cubicBezTo>
                <a:cubicBezTo>
                  <a:pt x="3569" y="15971"/>
                  <a:pt x="0" y="12390"/>
                  <a:pt x="0" y="7986"/>
                </a:cubicBezTo>
                <a:cubicBezTo>
                  <a:pt x="0" y="3569"/>
                  <a:pt x="3569" y="1"/>
                  <a:pt x="7986" y="1"/>
                </a:cubicBezTo>
                <a:cubicBezTo>
                  <a:pt x="12389" y="1"/>
                  <a:pt x="15971" y="3569"/>
                  <a:pt x="15971" y="7986"/>
                </a:cubicBezTo>
                <a:close/>
              </a:path>
            </a:pathLst>
          </a:custGeom>
          <a:noFill/>
          <a:ln w="19050" cap="flat" cmpd="sng">
            <a:solidFill>
              <a:schemeClr val="accent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6"/>
          <p:cNvSpPr/>
          <p:nvPr/>
        </p:nvSpPr>
        <p:spPr>
          <a:xfrm rot="10800000" flipH="1">
            <a:off x="8541204" y="-152918"/>
            <a:ext cx="1051084" cy="958159"/>
          </a:xfrm>
          <a:custGeom>
            <a:avLst/>
            <a:gdLst/>
            <a:ahLst/>
            <a:cxnLst/>
            <a:rect l="l" t="t" r="r" b="b"/>
            <a:pathLst>
              <a:path w="18505" h="16869" extrusionOk="0">
                <a:moveTo>
                  <a:pt x="9252" y="0"/>
                </a:moveTo>
                <a:cubicBezTo>
                  <a:pt x="7094" y="0"/>
                  <a:pt x="4935" y="823"/>
                  <a:pt x="3290" y="2467"/>
                </a:cubicBezTo>
                <a:cubicBezTo>
                  <a:pt x="1" y="5770"/>
                  <a:pt x="1" y="11102"/>
                  <a:pt x="3290" y="14392"/>
                </a:cubicBezTo>
                <a:cubicBezTo>
                  <a:pt x="4935" y="16043"/>
                  <a:pt x="7094" y="16869"/>
                  <a:pt x="9252" y="16869"/>
                </a:cubicBezTo>
                <a:cubicBezTo>
                  <a:pt x="11411" y="16869"/>
                  <a:pt x="13570" y="16043"/>
                  <a:pt x="15215" y="14392"/>
                </a:cubicBezTo>
                <a:cubicBezTo>
                  <a:pt x="18504" y="11102"/>
                  <a:pt x="18504" y="5770"/>
                  <a:pt x="15215" y="2467"/>
                </a:cubicBezTo>
                <a:cubicBezTo>
                  <a:pt x="13570" y="823"/>
                  <a:pt x="11411" y="0"/>
                  <a:pt x="92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2"/>
        <p:cNvGrpSpPr/>
        <p:nvPr/>
      </p:nvGrpSpPr>
      <p:grpSpPr>
        <a:xfrm>
          <a:off x="0" y="0"/>
          <a:ext cx="0" cy="0"/>
          <a:chOff x="0" y="0"/>
          <a:chExt cx="0" cy="0"/>
        </a:xfrm>
      </p:grpSpPr>
      <p:sp>
        <p:nvSpPr>
          <p:cNvPr id="63" name="Google Shape;63;p9"/>
          <p:cNvSpPr txBox="1">
            <a:spLocks noGrp="1"/>
          </p:cNvSpPr>
          <p:nvPr>
            <p:ph type="title"/>
          </p:nvPr>
        </p:nvSpPr>
        <p:spPr>
          <a:xfrm>
            <a:off x="710100" y="1169575"/>
            <a:ext cx="38370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4" name="Google Shape;64;p9"/>
          <p:cNvSpPr txBox="1">
            <a:spLocks noGrp="1"/>
          </p:cNvSpPr>
          <p:nvPr>
            <p:ph type="subTitle" idx="1"/>
          </p:nvPr>
        </p:nvSpPr>
        <p:spPr>
          <a:xfrm>
            <a:off x="710100" y="2739475"/>
            <a:ext cx="3837000" cy="1235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5" name="Google Shape;65;p9"/>
          <p:cNvSpPr txBox="1">
            <a:spLocks noGrp="1"/>
          </p:cNvSpPr>
          <p:nvPr>
            <p:ph type="body" idx="2"/>
          </p:nvPr>
        </p:nvSpPr>
        <p:spPr>
          <a:xfrm>
            <a:off x="459632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66" name="Google Shape;66;p9"/>
          <p:cNvSpPr/>
          <p:nvPr/>
        </p:nvSpPr>
        <p:spPr>
          <a:xfrm>
            <a:off x="-109825" y="4039800"/>
            <a:ext cx="1987184" cy="1213853"/>
          </a:xfrm>
          <a:custGeom>
            <a:avLst/>
            <a:gdLst/>
            <a:ahLst/>
            <a:cxnLst/>
            <a:rect l="l" t="t" r="r" b="b"/>
            <a:pathLst>
              <a:path w="19805" h="12098" extrusionOk="0">
                <a:moveTo>
                  <a:pt x="1" y="1"/>
                </a:moveTo>
                <a:lnTo>
                  <a:pt x="1" y="8410"/>
                </a:lnTo>
                <a:cubicBezTo>
                  <a:pt x="1" y="10453"/>
                  <a:pt x="1646" y="12098"/>
                  <a:pt x="3688" y="12098"/>
                </a:cubicBezTo>
                <a:lnTo>
                  <a:pt x="19804" y="12098"/>
                </a:lnTo>
                <a:lnTo>
                  <a:pt x="19008" y="11156"/>
                </a:lnTo>
                <a:cubicBezTo>
                  <a:pt x="17151" y="8927"/>
                  <a:pt x="14406" y="7641"/>
                  <a:pt x="11501" y="7641"/>
                </a:cubicBezTo>
                <a:lnTo>
                  <a:pt x="9790" y="7641"/>
                </a:lnTo>
                <a:lnTo>
                  <a:pt x="5956" y="2852"/>
                </a:lnTo>
                <a:cubicBezTo>
                  <a:pt x="4511" y="1049"/>
                  <a:pt x="2322" y="1"/>
                  <a:pt x="1" y="1"/>
                </a:cubicBezTo>
                <a:close/>
              </a:path>
            </a:pathLst>
          </a:custGeom>
          <a:solidFill>
            <a:srgbClr val="EBCA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9"/>
          <p:cNvSpPr/>
          <p:nvPr/>
        </p:nvSpPr>
        <p:spPr>
          <a:xfrm rot="-5400000">
            <a:off x="7591865" y="51283"/>
            <a:ext cx="1838276" cy="1536906"/>
          </a:xfrm>
          <a:custGeom>
            <a:avLst/>
            <a:gdLst/>
            <a:ahLst/>
            <a:cxnLst/>
            <a:rect l="l" t="t" r="r" b="b"/>
            <a:pathLst>
              <a:path w="23545" h="19685" extrusionOk="0">
                <a:moveTo>
                  <a:pt x="23545" y="1"/>
                </a:moveTo>
                <a:cubicBezTo>
                  <a:pt x="21250" y="1"/>
                  <a:pt x="19088" y="1115"/>
                  <a:pt x="17735" y="2972"/>
                </a:cubicBezTo>
                <a:lnTo>
                  <a:pt x="10904" y="12442"/>
                </a:lnTo>
                <a:lnTo>
                  <a:pt x="10798" y="12442"/>
                </a:lnTo>
                <a:cubicBezTo>
                  <a:pt x="7442" y="12442"/>
                  <a:pt x="4299" y="14008"/>
                  <a:pt x="2269" y="16674"/>
                </a:cubicBezTo>
                <a:lnTo>
                  <a:pt x="1" y="19685"/>
                </a:lnTo>
                <a:lnTo>
                  <a:pt x="19539" y="19685"/>
                </a:lnTo>
                <a:cubicBezTo>
                  <a:pt x="21754" y="19685"/>
                  <a:pt x="23545" y="17894"/>
                  <a:pt x="23545" y="15679"/>
                </a:cubicBezTo>
                <a:lnTo>
                  <a:pt x="23545" y="1"/>
                </a:lnTo>
                <a:close/>
              </a:path>
            </a:pathLst>
          </a:custGeom>
          <a:solidFill>
            <a:srgbClr val="EBCA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9"/>
          <p:cNvSpPr/>
          <p:nvPr/>
        </p:nvSpPr>
        <p:spPr>
          <a:xfrm>
            <a:off x="-928001" y="-505343"/>
            <a:ext cx="1356217" cy="1356217"/>
          </a:xfrm>
          <a:custGeom>
            <a:avLst/>
            <a:gdLst/>
            <a:ahLst/>
            <a:cxnLst/>
            <a:rect l="l" t="t" r="r" b="b"/>
            <a:pathLst>
              <a:path w="15971" h="15971" fill="none" extrusionOk="0">
                <a:moveTo>
                  <a:pt x="15971" y="7986"/>
                </a:moveTo>
                <a:cubicBezTo>
                  <a:pt x="15971" y="12390"/>
                  <a:pt x="12389" y="15971"/>
                  <a:pt x="7986" y="15971"/>
                </a:cubicBezTo>
                <a:cubicBezTo>
                  <a:pt x="3569" y="15971"/>
                  <a:pt x="0" y="12390"/>
                  <a:pt x="0" y="7986"/>
                </a:cubicBezTo>
                <a:cubicBezTo>
                  <a:pt x="0" y="3569"/>
                  <a:pt x="3569" y="1"/>
                  <a:pt x="7986" y="1"/>
                </a:cubicBezTo>
                <a:cubicBezTo>
                  <a:pt x="12389" y="1"/>
                  <a:pt x="15971" y="3569"/>
                  <a:pt x="15971" y="7986"/>
                </a:cubicBezTo>
                <a:close/>
              </a:path>
            </a:pathLst>
          </a:custGeom>
          <a:noFill/>
          <a:ln w="19050" cap="flat" cmpd="sng">
            <a:solidFill>
              <a:schemeClr val="accent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p:nvPr/>
        </p:nvSpPr>
        <p:spPr>
          <a:xfrm>
            <a:off x="8569779" y="4346120"/>
            <a:ext cx="1051084" cy="958159"/>
          </a:xfrm>
          <a:custGeom>
            <a:avLst/>
            <a:gdLst/>
            <a:ahLst/>
            <a:cxnLst/>
            <a:rect l="l" t="t" r="r" b="b"/>
            <a:pathLst>
              <a:path w="18505" h="16869" extrusionOk="0">
                <a:moveTo>
                  <a:pt x="9252" y="0"/>
                </a:moveTo>
                <a:cubicBezTo>
                  <a:pt x="7094" y="0"/>
                  <a:pt x="4935" y="823"/>
                  <a:pt x="3290" y="2467"/>
                </a:cubicBezTo>
                <a:cubicBezTo>
                  <a:pt x="1" y="5770"/>
                  <a:pt x="1" y="11102"/>
                  <a:pt x="3290" y="14392"/>
                </a:cubicBezTo>
                <a:cubicBezTo>
                  <a:pt x="4935" y="16043"/>
                  <a:pt x="7094" y="16869"/>
                  <a:pt x="9252" y="16869"/>
                </a:cubicBezTo>
                <a:cubicBezTo>
                  <a:pt x="11411" y="16869"/>
                  <a:pt x="13570" y="16043"/>
                  <a:pt x="15215" y="14392"/>
                </a:cubicBezTo>
                <a:cubicBezTo>
                  <a:pt x="18504" y="11102"/>
                  <a:pt x="18504" y="5770"/>
                  <a:pt x="15215" y="2467"/>
                </a:cubicBezTo>
                <a:cubicBezTo>
                  <a:pt x="13570" y="823"/>
                  <a:pt x="11411" y="0"/>
                  <a:pt x="92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p:nvPr/>
        </p:nvSpPr>
        <p:spPr>
          <a:xfrm rot="10800000">
            <a:off x="-16852" y="-32604"/>
            <a:ext cx="3074544" cy="688502"/>
          </a:xfrm>
          <a:custGeom>
            <a:avLst/>
            <a:gdLst/>
            <a:ahLst/>
            <a:cxnLst/>
            <a:rect l="l" t="t" r="r" b="b"/>
            <a:pathLst>
              <a:path w="37418" h="8379" extrusionOk="0">
                <a:moveTo>
                  <a:pt x="22572" y="1"/>
                </a:moveTo>
                <a:cubicBezTo>
                  <a:pt x="21393" y="1"/>
                  <a:pt x="20222" y="250"/>
                  <a:pt x="19210" y="810"/>
                </a:cubicBezTo>
                <a:cubicBezTo>
                  <a:pt x="17478" y="1813"/>
                  <a:pt x="16840" y="2999"/>
                  <a:pt x="14803" y="3029"/>
                </a:cubicBezTo>
                <a:cubicBezTo>
                  <a:pt x="14741" y="3030"/>
                  <a:pt x="14680" y="3031"/>
                  <a:pt x="14618" y="3031"/>
                </a:cubicBezTo>
                <a:cubicBezTo>
                  <a:pt x="12381" y="3031"/>
                  <a:pt x="10367" y="2287"/>
                  <a:pt x="8235" y="2287"/>
                </a:cubicBezTo>
                <a:cubicBezTo>
                  <a:pt x="7343" y="2287"/>
                  <a:pt x="6430" y="2417"/>
                  <a:pt x="5472" y="2786"/>
                </a:cubicBezTo>
                <a:cubicBezTo>
                  <a:pt x="2706" y="3850"/>
                  <a:pt x="912" y="5704"/>
                  <a:pt x="0" y="8379"/>
                </a:cubicBezTo>
                <a:lnTo>
                  <a:pt x="37417" y="8379"/>
                </a:lnTo>
                <a:lnTo>
                  <a:pt x="37417" y="2178"/>
                </a:lnTo>
                <a:cubicBezTo>
                  <a:pt x="37357" y="2209"/>
                  <a:pt x="37296" y="2239"/>
                  <a:pt x="37235" y="2239"/>
                </a:cubicBezTo>
                <a:cubicBezTo>
                  <a:pt x="35732" y="2814"/>
                  <a:pt x="34489" y="3050"/>
                  <a:pt x="33364" y="3050"/>
                </a:cubicBezTo>
                <a:cubicBezTo>
                  <a:pt x="30805" y="3050"/>
                  <a:pt x="28856" y="1832"/>
                  <a:pt x="25837" y="628"/>
                </a:cubicBezTo>
                <a:cubicBezTo>
                  <a:pt x="24828" y="227"/>
                  <a:pt x="23696" y="1"/>
                  <a:pt x="225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0"/>
          <p:cNvSpPr/>
          <p:nvPr/>
        </p:nvSpPr>
        <p:spPr>
          <a:xfrm rot="-3600024" flipH="1">
            <a:off x="7811165" y="4280621"/>
            <a:ext cx="1953002" cy="1038942"/>
          </a:xfrm>
          <a:custGeom>
            <a:avLst/>
            <a:gdLst/>
            <a:ahLst/>
            <a:cxnLst/>
            <a:rect l="l" t="t" r="r" b="b"/>
            <a:pathLst>
              <a:path w="28056" h="14925" extrusionOk="0">
                <a:moveTo>
                  <a:pt x="19392" y="426"/>
                </a:moveTo>
                <a:cubicBezTo>
                  <a:pt x="19210" y="456"/>
                  <a:pt x="19058" y="487"/>
                  <a:pt x="18876" y="517"/>
                </a:cubicBezTo>
                <a:cubicBezTo>
                  <a:pt x="17265" y="882"/>
                  <a:pt x="15775" y="1642"/>
                  <a:pt x="14529" y="2736"/>
                </a:cubicBezTo>
                <a:cubicBezTo>
                  <a:pt x="13253" y="3861"/>
                  <a:pt x="12128" y="5289"/>
                  <a:pt x="10608" y="6140"/>
                </a:cubicBezTo>
                <a:cubicBezTo>
                  <a:pt x="8754" y="7174"/>
                  <a:pt x="6657" y="6657"/>
                  <a:pt x="4651" y="6839"/>
                </a:cubicBezTo>
                <a:cubicBezTo>
                  <a:pt x="3465" y="6931"/>
                  <a:pt x="2158" y="7356"/>
                  <a:pt x="1429" y="8359"/>
                </a:cubicBezTo>
                <a:cubicBezTo>
                  <a:pt x="0" y="10365"/>
                  <a:pt x="1611" y="12341"/>
                  <a:pt x="3374" y="13374"/>
                </a:cubicBezTo>
                <a:cubicBezTo>
                  <a:pt x="5532" y="14651"/>
                  <a:pt x="8207" y="14894"/>
                  <a:pt x="10669" y="14925"/>
                </a:cubicBezTo>
                <a:cubicBezTo>
                  <a:pt x="12918" y="14925"/>
                  <a:pt x="15198" y="14681"/>
                  <a:pt x="17356" y="14013"/>
                </a:cubicBezTo>
                <a:cubicBezTo>
                  <a:pt x="20304" y="13101"/>
                  <a:pt x="23587" y="11520"/>
                  <a:pt x="25806" y="9332"/>
                </a:cubicBezTo>
                <a:cubicBezTo>
                  <a:pt x="27417" y="7721"/>
                  <a:pt x="28055" y="5107"/>
                  <a:pt x="26931" y="3040"/>
                </a:cubicBezTo>
                <a:cubicBezTo>
                  <a:pt x="25532" y="517"/>
                  <a:pt x="21976" y="0"/>
                  <a:pt x="19392" y="42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0"/>
          <p:cNvSpPr/>
          <p:nvPr/>
        </p:nvSpPr>
        <p:spPr>
          <a:xfrm rot="10800000">
            <a:off x="8693271" y="4148087"/>
            <a:ext cx="1356217" cy="1356217"/>
          </a:xfrm>
          <a:custGeom>
            <a:avLst/>
            <a:gdLst/>
            <a:ahLst/>
            <a:cxnLst/>
            <a:rect l="l" t="t" r="r" b="b"/>
            <a:pathLst>
              <a:path w="15971" h="15971" fill="none" extrusionOk="0">
                <a:moveTo>
                  <a:pt x="15971" y="7986"/>
                </a:moveTo>
                <a:cubicBezTo>
                  <a:pt x="15971" y="12390"/>
                  <a:pt x="12389" y="15971"/>
                  <a:pt x="7986" y="15971"/>
                </a:cubicBezTo>
                <a:cubicBezTo>
                  <a:pt x="3569" y="15971"/>
                  <a:pt x="0" y="12390"/>
                  <a:pt x="0" y="7986"/>
                </a:cubicBezTo>
                <a:cubicBezTo>
                  <a:pt x="0" y="3569"/>
                  <a:pt x="3569" y="1"/>
                  <a:pt x="7986" y="1"/>
                </a:cubicBezTo>
                <a:cubicBezTo>
                  <a:pt x="12389" y="1"/>
                  <a:pt x="15971" y="3569"/>
                  <a:pt x="15971" y="7986"/>
                </a:cubicBezTo>
                <a:close/>
              </a:path>
            </a:pathLst>
          </a:custGeom>
          <a:noFill/>
          <a:ln w="19050" cap="flat" cmpd="sng">
            <a:solidFill>
              <a:schemeClr val="accent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0"/>
          <p:cNvSpPr/>
          <p:nvPr/>
        </p:nvSpPr>
        <p:spPr>
          <a:xfrm rot="10800000">
            <a:off x="-499376" y="-305318"/>
            <a:ext cx="1051084" cy="958159"/>
          </a:xfrm>
          <a:custGeom>
            <a:avLst/>
            <a:gdLst/>
            <a:ahLst/>
            <a:cxnLst/>
            <a:rect l="l" t="t" r="r" b="b"/>
            <a:pathLst>
              <a:path w="18505" h="16869" extrusionOk="0">
                <a:moveTo>
                  <a:pt x="9252" y="0"/>
                </a:moveTo>
                <a:cubicBezTo>
                  <a:pt x="7094" y="0"/>
                  <a:pt x="4935" y="823"/>
                  <a:pt x="3290" y="2467"/>
                </a:cubicBezTo>
                <a:cubicBezTo>
                  <a:pt x="1" y="5770"/>
                  <a:pt x="1" y="11102"/>
                  <a:pt x="3290" y="14392"/>
                </a:cubicBezTo>
                <a:cubicBezTo>
                  <a:pt x="4935" y="16043"/>
                  <a:pt x="7094" y="16869"/>
                  <a:pt x="9252" y="16869"/>
                </a:cubicBezTo>
                <a:cubicBezTo>
                  <a:pt x="11411" y="16869"/>
                  <a:pt x="13570" y="16043"/>
                  <a:pt x="15215" y="14392"/>
                </a:cubicBezTo>
                <a:cubicBezTo>
                  <a:pt x="18504" y="11102"/>
                  <a:pt x="18504" y="5770"/>
                  <a:pt x="15215" y="2467"/>
                </a:cubicBezTo>
                <a:cubicBezTo>
                  <a:pt x="13570" y="823"/>
                  <a:pt x="11411" y="0"/>
                  <a:pt x="92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0"/>
          <p:cNvSpPr txBox="1">
            <a:spLocks noGrp="1"/>
          </p:cNvSpPr>
          <p:nvPr>
            <p:ph type="title"/>
          </p:nvPr>
        </p:nvSpPr>
        <p:spPr>
          <a:xfrm>
            <a:off x="2433775" y="3815800"/>
            <a:ext cx="4163400" cy="9582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sz="2500"/>
            </a:lvl1pPr>
            <a:lvl2pPr lvl="1">
              <a:spcBef>
                <a:spcPts val="0"/>
              </a:spcBef>
              <a:spcAft>
                <a:spcPts val="0"/>
              </a:spcAft>
              <a:buSzPts val="2800"/>
              <a:buNone/>
              <a:defRPr>
                <a:latin typeface="Open Sans"/>
                <a:ea typeface="Open Sans"/>
                <a:cs typeface="Open Sans"/>
                <a:sym typeface="Open Sans"/>
              </a:defRPr>
            </a:lvl2pPr>
            <a:lvl3pPr lvl="2">
              <a:spcBef>
                <a:spcPts val="0"/>
              </a:spcBef>
              <a:spcAft>
                <a:spcPts val="0"/>
              </a:spcAft>
              <a:buSzPts val="2800"/>
              <a:buNone/>
              <a:defRPr>
                <a:latin typeface="Open Sans"/>
                <a:ea typeface="Open Sans"/>
                <a:cs typeface="Open Sans"/>
                <a:sym typeface="Open Sans"/>
              </a:defRPr>
            </a:lvl3pPr>
            <a:lvl4pPr lvl="3">
              <a:spcBef>
                <a:spcPts val="0"/>
              </a:spcBef>
              <a:spcAft>
                <a:spcPts val="0"/>
              </a:spcAft>
              <a:buSzPts val="2800"/>
              <a:buNone/>
              <a:defRPr>
                <a:latin typeface="Open Sans"/>
                <a:ea typeface="Open Sans"/>
                <a:cs typeface="Open Sans"/>
                <a:sym typeface="Open Sans"/>
              </a:defRPr>
            </a:lvl4pPr>
            <a:lvl5pPr lvl="4">
              <a:spcBef>
                <a:spcPts val="0"/>
              </a:spcBef>
              <a:spcAft>
                <a:spcPts val="0"/>
              </a:spcAft>
              <a:buSzPts val="2800"/>
              <a:buNone/>
              <a:defRPr>
                <a:latin typeface="Open Sans"/>
                <a:ea typeface="Open Sans"/>
                <a:cs typeface="Open Sans"/>
                <a:sym typeface="Open Sans"/>
              </a:defRPr>
            </a:lvl5pPr>
            <a:lvl6pPr lvl="5">
              <a:spcBef>
                <a:spcPts val="0"/>
              </a:spcBef>
              <a:spcAft>
                <a:spcPts val="0"/>
              </a:spcAft>
              <a:buSzPts val="2800"/>
              <a:buNone/>
              <a:defRPr>
                <a:latin typeface="Open Sans"/>
                <a:ea typeface="Open Sans"/>
                <a:cs typeface="Open Sans"/>
                <a:sym typeface="Open Sans"/>
              </a:defRPr>
            </a:lvl6pPr>
            <a:lvl7pPr lvl="6">
              <a:spcBef>
                <a:spcPts val="0"/>
              </a:spcBef>
              <a:spcAft>
                <a:spcPts val="0"/>
              </a:spcAft>
              <a:buSzPts val="2800"/>
              <a:buNone/>
              <a:defRPr>
                <a:latin typeface="Open Sans"/>
                <a:ea typeface="Open Sans"/>
                <a:cs typeface="Open Sans"/>
                <a:sym typeface="Open Sans"/>
              </a:defRPr>
            </a:lvl7pPr>
            <a:lvl8pPr lvl="7">
              <a:spcBef>
                <a:spcPts val="0"/>
              </a:spcBef>
              <a:spcAft>
                <a:spcPts val="0"/>
              </a:spcAft>
              <a:buSzPts val="2800"/>
              <a:buNone/>
              <a:defRPr>
                <a:latin typeface="Open Sans"/>
                <a:ea typeface="Open Sans"/>
                <a:cs typeface="Open Sans"/>
                <a:sym typeface="Open Sans"/>
              </a:defRPr>
            </a:lvl8pPr>
            <a:lvl9pPr lvl="8">
              <a:spcBef>
                <a:spcPts val="0"/>
              </a:spcBef>
              <a:spcAft>
                <a:spcPts val="0"/>
              </a:spcAft>
              <a:buSzPts val="2800"/>
              <a:buNone/>
              <a:defRPr>
                <a:latin typeface="Open Sans"/>
                <a:ea typeface="Open Sans"/>
                <a:cs typeface="Open Sans"/>
                <a:sym typeface="Open Sans"/>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6"/>
        <p:cNvGrpSpPr/>
        <p:nvPr/>
      </p:nvGrpSpPr>
      <p:grpSpPr>
        <a:xfrm>
          <a:off x="0" y="0"/>
          <a:ext cx="0" cy="0"/>
          <a:chOff x="0" y="0"/>
          <a:chExt cx="0" cy="0"/>
        </a:xfrm>
      </p:grpSpPr>
      <p:sp>
        <p:nvSpPr>
          <p:cNvPr id="77" name="Google Shape;77;p11"/>
          <p:cNvSpPr txBox="1">
            <a:spLocks noGrp="1"/>
          </p:cNvSpPr>
          <p:nvPr>
            <p:ph type="title" hasCustomPrompt="1"/>
          </p:nvPr>
        </p:nvSpPr>
        <p:spPr>
          <a:xfrm>
            <a:off x="713225" y="1487125"/>
            <a:ext cx="77178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1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8" name="Google Shape;78;p11"/>
          <p:cNvSpPr txBox="1">
            <a:spLocks noGrp="1"/>
          </p:cNvSpPr>
          <p:nvPr>
            <p:ph type="body" idx="1"/>
          </p:nvPr>
        </p:nvSpPr>
        <p:spPr>
          <a:xfrm>
            <a:off x="1608750" y="3228425"/>
            <a:ext cx="5926500" cy="465600"/>
          </a:xfrm>
          <a:prstGeom prst="rect">
            <a:avLst/>
          </a:prstGeom>
        </p:spPr>
        <p:txBody>
          <a:bodyPr spcFirstLastPara="1" wrap="square" lIns="91425" tIns="91425" rIns="91425" bIns="91425" anchor="ctr" anchorCtr="0">
            <a:noAutofit/>
          </a:bodyPr>
          <a:lstStyle>
            <a:lvl1pPr marL="457200" lvl="0" indent="-342900" algn="ctr">
              <a:spcBef>
                <a:spcPts val="0"/>
              </a:spcBef>
              <a:spcAft>
                <a:spcPts val="0"/>
              </a:spcAft>
              <a:buSzPts val="1800"/>
              <a:buChar char="●"/>
              <a:defRPr>
                <a:solidFill>
                  <a:srgbClr val="494C50"/>
                </a:solidFill>
              </a:defRPr>
            </a:lvl1pPr>
            <a:lvl2pPr marL="914400" lvl="1" indent="-317500" algn="ctr">
              <a:spcBef>
                <a:spcPts val="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79" name="Google Shape;79;p11"/>
          <p:cNvSpPr/>
          <p:nvPr/>
        </p:nvSpPr>
        <p:spPr>
          <a:xfrm rot="10800000">
            <a:off x="-2363" y="14229"/>
            <a:ext cx="3788947" cy="848458"/>
          </a:xfrm>
          <a:custGeom>
            <a:avLst/>
            <a:gdLst/>
            <a:ahLst/>
            <a:cxnLst/>
            <a:rect l="l" t="t" r="r" b="b"/>
            <a:pathLst>
              <a:path w="37418" h="8379" extrusionOk="0">
                <a:moveTo>
                  <a:pt x="22572" y="1"/>
                </a:moveTo>
                <a:cubicBezTo>
                  <a:pt x="21393" y="1"/>
                  <a:pt x="20222" y="250"/>
                  <a:pt x="19210" y="810"/>
                </a:cubicBezTo>
                <a:cubicBezTo>
                  <a:pt x="17478" y="1813"/>
                  <a:pt x="16840" y="2999"/>
                  <a:pt x="14803" y="3029"/>
                </a:cubicBezTo>
                <a:cubicBezTo>
                  <a:pt x="14741" y="3030"/>
                  <a:pt x="14680" y="3031"/>
                  <a:pt x="14618" y="3031"/>
                </a:cubicBezTo>
                <a:cubicBezTo>
                  <a:pt x="12381" y="3031"/>
                  <a:pt x="10367" y="2287"/>
                  <a:pt x="8235" y="2287"/>
                </a:cubicBezTo>
                <a:cubicBezTo>
                  <a:pt x="7343" y="2287"/>
                  <a:pt x="6430" y="2417"/>
                  <a:pt x="5472" y="2786"/>
                </a:cubicBezTo>
                <a:cubicBezTo>
                  <a:pt x="2706" y="3850"/>
                  <a:pt x="912" y="5704"/>
                  <a:pt x="0" y="8379"/>
                </a:cubicBezTo>
                <a:lnTo>
                  <a:pt x="37417" y="8379"/>
                </a:lnTo>
                <a:lnTo>
                  <a:pt x="37417" y="2178"/>
                </a:lnTo>
                <a:cubicBezTo>
                  <a:pt x="37357" y="2209"/>
                  <a:pt x="37296" y="2239"/>
                  <a:pt x="37235" y="2239"/>
                </a:cubicBezTo>
                <a:cubicBezTo>
                  <a:pt x="35732" y="2814"/>
                  <a:pt x="34489" y="3050"/>
                  <a:pt x="33364" y="3050"/>
                </a:cubicBezTo>
                <a:cubicBezTo>
                  <a:pt x="30805" y="3050"/>
                  <a:pt x="28856" y="1832"/>
                  <a:pt x="25837" y="628"/>
                </a:cubicBezTo>
                <a:cubicBezTo>
                  <a:pt x="24828" y="227"/>
                  <a:pt x="23696" y="1"/>
                  <a:pt x="225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1"/>
          <p:cNvSpPr/>
          <p:nvPr/>
        </p:nvSpPr>
        <p:spPr>
          <a:xfrm rot="-5400000" flipH="1">
            <a:off x="7974582" y="3990689"/>
            <a:ext cx="1981680" cy="352425"/>
          </a:xfrm>
          <a:custGeom>
            <a:avLst/>
            <a:gdLst/>
            <a:ahLst/>
            <a:cxnLst/>
            <a:rect l="l" t="t" r="r" b="b"/>
            <a:pathLst>
              <a:path w="22342" h="3973" extrusionOk="0">
                <a:moveTo>
                  <a:pt x="19305" y="0"/>
                </a:moveTo>
                <a:cubicBezTo>
                  <a:pt x="18140" y="0"/>
                  <a:pt x="16987" y="248"/>
                  <a:pt x="15989" y="812"/>
                </a:cubicBezTo>
                <a:cubicBezTo>
                  <a:pt x="14226" y="1815"/>
                  <a:pt x="13618" y="3000"/>
                  <a:pt x="11551" y="3031"/>
                </a:cubicBezTo>
                <a:cubicBezTo>
                  <a:pt x="11520" y="3031"/>
                  <a:pt x="11488" y="3031"/>
                  <a:pt x="11457" y="3031"/>
                </a:cubicBezTo>
                <a:cubicBezTo>
                  <a:pt x="9215" y="3031"/>
                  <a:pt x="7190" y="2282"/>
                  <a:pt x="5042" y="2282"/>
                </a:cubicBezTo>
                <a:cubicBezTo>
                  <a:pt x="4141" y="2282"/>
                  <a:pt x="3219" y="2414"/>
                  <a:pt x="2250" y="2787"/>
                </a:cubicBezTo>
                <a:cubicBezTo>
                  <a:pt x="1399" y="3091"/>
                  <a:pt x="669" y="3487"/>
                  <a:pt x="1" y="3973"/>
                </a:cubicBezTo>
                <a:lnTo>
                  <a:pt x="22341" y="3973"/>
                </a:lnTo>
                <a:lnTo>
                  <a:pt x="22341" y="538"/>
                </a:lnTo>
                <a:cubicBezTo>
                  <a:pt x="21384" y="195"/>
                  <a:pt x="20339" y="0"/>
                  <a:pt x="193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1"/>
          <p:cNvSpPr/>
          <p:nvPr/>
        </p:nvSpPr>
        <p:spPr>
          <a:xfrm rot="10800000">
            <a:off x="-535772" y="-43568"/>
            <a:ext cx="1307656" cy="1192006"/>
          </a:xfrm>
          <a:custGeom>
            <a:avLst/>
            <a:gdLst/>
            <a:ahLst/>
            <a:cxnLst/>
            <a:rect l="l" t="t" r="r" b="b"/>
            <a:pathLst>
              <a:path w="18505" h="16869" extrusionOk="0">
                <a:moveTo>
                  <a:pt x="9252" y="0"/>
                </a:moveTo>
                <a:cubicBezTo>
                  <a:pt x="7094" y="0"/>
                  <a:pt x="4935" y="823"/>
                  <a:pt x="3290" y="2467"/>
                </a:cubicBezTo>
                <a:cubicBezTo>
                  <a:pt x="1" y="5770"/>
                  <a:pt x="1" y="11102"/>
                  <a:pt x="3290" y="14392"/>
                </a:cubicBezTo>
                <a:cubicBezTo>
                  <a:pt x="4935" y="16043"/>
                  <a:pt x="7094" y="16869"/>
                  <a:pt x="9252" y="16869"/>
                </a:cubicBezTo>
                <a:cubicBezTo>
                  <a:pt x="11411" y="16869"/>
                  <a:pt x="13570" y="16043"/>
                  <a:pt x="15215" y="14392"/>
                </a:cubicBezTo>
                <a:cubicBezTo>
                  <a:pt x="18504" y="11102"/>
                  <a:pt x="18504" y="5770"/>
                  <a:pt x="15215" y="2467"/>
                </a:cubicBezTo>
                <a:cubicBezTo>
                  <a:pt x="13570" y="823"/>
                  <a:pt x="11411" y="0"/>
                  <a:pt x="92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1"/>
          <p:cNvSpPr/>
          <p:nvPr/>
        </p:nvSpPr>
        <p:spPr>
          <a:xfrm rot="10800000">
            <a:off x="-871929" y="3861685"/>
            <a:ext cx="2101011" cy="1915180"/>
          </a:xfrm>
          <a:custGeom>
            <a:avLst/>
            <a:gdLst/>
            <a:ahLst/>
            <a:cxnLst/>
            <a:rect l="l" t="t" r="r" b="b"/>
            <a:pathLst>
              <a:path w="18505" h="16869" extrusionOk="0">
                <a:moveTo>
                  <a:pt x="9252" y="0"/>
                </a:moveTo>
                <a:cubicBezTo>
                  <a:pt x="7094" y="0"/>
                  <a:pt x="4935" y="823"/>
                  <a:pt x="3290" y="2467"/>
                </a:cubicBezTo>
                <a:cubicBezTo>
                  <a:pt x="1" y="5770"/>
                  <a:pt x="1" y="11102"/>
                  <a:pt x="3290" y="14392"/>
                </a:cubicBezTo>
                <a:cubicBezTo>
                  <a:pt x="4935" y="16043"/>
                  <a:pt x="7094" y="16869"/>
                  <a:pt x="9252" y="16869"/>
                </a:cubicBezTo>
                <a:cubicBezTo>
                  <a:pt x="11411" y="16869"/>
                  <a:pt x="13570" y="16043"/>
                  <a:pt x="15215" y="14392"/>
                </a:cubicBezTo>
                <a:cubicBezTo>
                  <a:pt x="18504" y="11102"/>
                  <a:pt x="18504" y="5770"/>
                  <a:pt x="15215" y="2467"/>
                </a:cubicBezTo>
                <a:cubicBezTo>
                  <a:pt x="13570" y="823"/>
                  <a:pt x="11411" y="0"/>
                  <a:pt x="9252" y="0"/>
                </a:cubicBezTo>
                <a:close/>
              </a:path>
            </a:pathLst>
          </a:cu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1"/>
          <p:cNvSpPr/>
          <p:nvPr/>
        </p:nvSpPr>
        <p:spPr>
          <a:xfrm rot="-5400000">
            <a:off x="7591865" y="51283"/>
            <a:ext cx="1838276" cy="1536906"/>
          </a:xfrm>
          <a:custGeom>
            <a:avLst/>
            <a:gdLst/>
            <a:ahLst/>
            <a:cxnLst/>
            <a:rect l="l" t="t" r="r" b="b"/>
            <a:pathLst>
              <a:path w="23545" h="19685" extrusionOk="0">
                <a:moveTo>
                  <a:pt x="23545" y="1"/>
                </a:moveTo>
                <a:cubicBezTo>
                  <a:pt x="21250" y="1"/>
                  <a:pt x="19088" y="1115"/>
                  <a:pt x="17735" y="2972"/>
                </a:cubicBezTo>
                <a:lnTo>
                  <a:pt x="10904" y="12442"/>
                </a:lnTo>
                <a:lnTo>
                  <a:pt x="10798" y="12442"/>
                </a:lnTo>
                <a:cubicBezTo>
                  <a:pt x="7442" y="12442"/>
                  <a:pt x="4299" y="14008"/>
                  <a:pt x="2269" y="16674"/>
                </a:cubicBezTo>
                <a:lnTo>
                  <a:pt x="1" y="19685"/>
                </a:lnTo>
                <a:lnTo>
                  <a:pt x="19539" y="19685"/>
                </a:lnTo>
                <a:cubicBezTo>
                  <a:pt x="21754" y="19685"/>
                  <a:pt x="23545" y="17894"/>
                  <a:pt x="23545" y="15679"/>
                </a:cubicBezTo>
                <a:lnTo>
                  <a:pt x="23545" y="1"/>
                </a:lnTo>
                <a:close/>
              </a:path>
            </a:pathLst>
          </a:custGeom>
          <a:solidFill>
            <a:srgbClr val="EBCA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4"/>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TITLE_ONLY_1_2">
    <p:spTree>
      <p:nvGrpSpPr>
        <p:cNvPr id="1" name="Shape 85"/>
        <p:cNvGrpSpPr/>
        <p:nvPr/>
      </p:nvGrpSpPr>
      <p:grpSpPr>
        <a:xfrm>
          <a:off x="0" y="0"/>
          <a:ext cx="0" cy="0"/>
          <a:chOff x="0" y="0"/>
          <a:chExt cx="0" cy="0"/>
        </a:xfrm>
      </p:grpSpPr>
      <p:sp>
        <p:nvSpPr>
          <p:cNvPr id="86" name="Google Shape;86;p13"/>
          <p:cNvSpPr txBox="1">
            <a:spLocks noGrp="1"/>
          </p:cNvSpPr>
          <p:nvPr>
            <p:ph type="title" hasCustomPrompt="1"/>
          </p:nvPr>
        </p:nvSpPr>
        <p:spPr>
          <a:xfrm>
            <a:off x="4231600" y="623425"/>
            <a:ext cx="900000" cy="790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2000"/>
              <a:buFont typeface="Open Sans"/>
              <a:buNone/>
              <a:defRPr sz="2500" b="1">
                <a:solidFill>
                  <a:schemeClr val="dk2"/>
                </a:solidFill>
                <a:latin typeface="Open Sans"/>
                <a:ea typeface="Open Sans"/>
                <a:cs typeface="Open Sans"/>
                <a:sym typeface="Open Sans"/>
              </a:defRPr>
            </a:lvl1pPr>
            <a:lvl2pPr lvl="1"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2pPr>
            <a:lvl3pPr lvl="2"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3pPr>
            <a:lvl4pPr lvl="3"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4pPr>
            <a:lvl5pPr lvl="4"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5pPr>
            <a:lvl6pPr lvl="5"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6pPr>
            <a:lvl7pPr lvl="6"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7pPr>
            <a:lvl8pPr lvl="7"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8pPr>
            <a:lvl9pPr lvl="8"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9pPr>
          </a:lstStyle>
          <a:p>
            <a:r>
              <a:t>xx%</a:t>
            </a:r>
          </a:p>
        </p:txBody>
      </p:sp>
      <p:sp>
        <p:nvSpPr>
          <p:cNvPr id="87" name="Google Shape;87;p13"/>
          <p:cNvSpPr txBox="1">
            <a:spLocks noGrp="1"/>
          </p:cNvSpPr>
          <p:nvPr>
            <p:ph type="title" idx="2" hasCustomPrompt="1"/>
          </p:nvPr>
        </p:nvSpPr>
        <p:spPr>
          <a:xfrm>
            <a:off x="4231600" y="1656185"/>
            <a:ext cx="900000" cy="790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2000"/>
              <a:buFont typeface="Open Sans"/>
              <a:buNone/>
              <a:defRPr sz="2500" b="1">
                <a:solidFill>
                  <a:schemeClr val="dk2"/>
                </a:solidFill>
                <a:latin typeface="Open Sans"/>
                <a:ea typeface="Open Sans"/>
                <a:cs typeface="Open Sans"/>
                <a:sym typeface="Open Sans"/>
              </a:defRPr>
            </a:lvl1pPr>
            <a:lvl2pPr lvl="1"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2pPr>
            <a:lvl3pPr lvl="2"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3pPr>
            <a:lvl4pPr lvl="3"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4pPr>
            <a:lvl5pPr lvl="4"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5pPr>
            <a:lvl6pPr lvl="5"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6pPr>
            <a:lvl7pPr lvl="6"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7pPr>
            <a:lvl8pPr lvl="7"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8pPr>
            <a:lvl9pPr lvl="8"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9pPr>
          </a:lstStyle>
          <a:p>
            <a:r>
              <a:t>xx%</a:t>
            </a:r>
          </a:p>
        </p:txBody>
      </p:sp>
      <p:sp>
        <p:nvSpPr>
          <p:cNvPr id="88" name="Google Shape;88;p13"/>
          <p:cNvSpPr txBox="1">
            <a:spLocks noGrp="1"/>
          </p:cNvSpPr>
          <p:nvPr>
            <p:ph type="title" idx="3" hasCustomPrompt="1"/>
          </p:nvPr>
        </p:nvSpPr>
        <p:spPr>
          <a:xfrm>
            <a:off x="4231600" y="2689257"/>
            <a:ext cx="900000" cy="790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2000"/>
              <a:buFont typeface="Open Sans"/>
              <a:buNone/>
              <a:defRPr sz="2500" b="1">
                <a:solidFill>
                  <a:schemeClr val="dk2"/>
                </a:solidFill>
                <a:latin typeface="Open Sans"/>
                <a:ea typeface="Open Sans"/>
                <a:cs typeface="Open Sans"/>
                <a:sym typeface="Open Sans"/>
              </a:defRPr>
            </a:lvl1pPr>
            <a:lvl2pPr lvl="1"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2pPr>
            <a:lvl3pPr lvl="2"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3pPr>
            <a:lvl4pPr lvl="3"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4pPr>
            <a:lvl5pPr lvl="4"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5pPr>
            <a:lvl6pPr lvl="5"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6pPr>
            <a:lvl7pPr lvl="6"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7pPr>
            <a:lvl8pPr lvl="7"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8pPr>
            <a:lvl9pPr lvl="8"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9pPr>
          </a:lstStyle>
          <a:p>
            <a:r>
              <a:t>xx%</a:t>
            </a:r>
          </a:p>
        </p:txBody>
      </p:sp>
      <p:sp>
        <p:nvSpPr>
          <p:cNvPr id="89" name="Google Shape;89;p13"/>
          <p:cNvSpPr txBox="1">
            <a:spLocks noGrp="1"/>
          </p:cNvSpPr>
          <p:nvPr>
            <p:ph type="title" idx="4" hasCustomPrompt="1"/>
          </p:nvPr>
        </p:nvSpPr>
        <p:spPr>
          <a:xfrm>
            <a:off x="4231600" y="3730761"/>
            <a:ext cx="900000" cy="790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2000"/>
              <a:buFont typeface="Open Sans"/>
              <a:buNone/>
              <a:defRPr sz="2500" b="1">
                <a:solidFill>
                  <a:schemeClr val="dk2"/>
                </a:solidFill>
                <a:latin typeface="Open Sans"/>
                <a:ea typeface="Open Sans"/>
                <a:cs typeface="Open Sans"/>
                <a:sym typeface="Open Sans"/>
              </a:defRPr>
            </a:lvl1pPr>
            <a:lvl2pPr lvl="1"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2pPr>
            <a:lvl3pPr lvl="2"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3pPr>
            <a:lvl4pPr lvl="3"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4pPr>
            <a:lvl5pPr lvl="4"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5pPr>
            <a:lvl6pPr lvl="5"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6pPr>
            <a:lvl7pPr lvl="6"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7pPr>
            <a:lvl8pPr lvl="7"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8pPr>
            <a:lvl9pPr lvl="8" algn="ctr" rtl="0">
              <a:spcBef>
                <a:spcPts val="0"/>
              </a:spcBef>
              <a:spcAft>
                <a:spcPts val="0"/>
              </a:spcAft>
              <a:buClr>
                <a:schemeClr val="dk2"/>
              </a:buClr>
              <a:buSzPts val="2000"/>
              <a:buFont typeface="Open Sans"/>
              <a:buNone/>
              <a:defRPr sz="2000" b="1">
                <a:solidFill>
                  <a:schemeClr val="dk2"/>
                </a:solidFill>
                <a:latin typeface="Open Sans"/>
                <a:ea typeface="Open Sans"/>
                <a:cs typeface="Open Sans"/>
                <a:sym typeface="Open Sans"/>
              </a:defRPr>
            </a:lvl9pPr>
          </a:lstStyle>
          <a:p>
            <a:r>
              <a:t>xx%</a:t>
            </a:r>
          </a:p>
        </p:txBody>
      </p:sp>
      <p:sp>
        <p:nvSpPr>
          <p:cNvPr id="90" name="Google Shape;90;p13"/>
          <p:cNvSpPr txBox="1">
            <a:spLocks noGrp="1"/>
          </p:cNvSpPr>
          <p:nvPr>
            <p:ph type="subTitle" idx="1"/>
          </p:nvPr>
        </p:nvSpPr>
        <p:spPr>
          <a:xfrm>
            <a:off x="5177225" y="758875"/>
            <a:ext cx="3046800" cy="2448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91" name="Google Shape;91;p13"/>
          <p:cNvSpPr txBox="1">
            <a:spLocks noGrp="1"/>
          </p:cNvSpPr>
          <p:nvPr>
            <p:ph type="subTitle" idx="5"/>
          </p:nvPr>
        </p:nvSpPr>
        <p:spPr>
          <a:xfrm>
            <a:off x="5177225" y="1043600"/>
            <a:ext cx="3046800" cy="2448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a:endParaRPr/>
          </a:p>
        </p:txBody>
      </p:sp>
      <p:sp>
        <p:nvSpPr>
          <p:cNvPr id="92" name="Google Shape;92;p13"/>
          <p:cNvSpPr txBox="1">
            <a:spLocks noGrp="1"/>
          </p:cNvSpPr>
          <p:nvPr>
            <p:ph type="subTitle" idx="6"/>
          </p:nvPr>
        </p:nvSpPr>
        <p:spPr>
          <a:xfrm>
            <a:off x="5177225" y="1787517"/>
            <a:ext cx="3046800" cy="2448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93" name="Google Shape;93;p13"/>
          <p:cNvSpPr txBox="1">
            <a:spLocks noGrp="1"/>
          </p:cNvSpPr>
          <p:nvPr>
            <p:ph type="subTitle" idx="7"/>
          </p:nvPr>
        </p:nvSpPr>
        <p:spPr>
          <a:xfrm>
            <a:off x="5177225" y="2072243"/>
            <a:ext cx="3046800" cy="2448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a:endParaRPr/>
          </a:p>
        </p:txBody>
      </p:sp>
      <p:sp>
        <p:nvSpPr>
          <p:cNvPr id="94" name="Google Shape;94;p13"/>
          <p:cNvSpPr txBox="1">
            <a:spLocks noGrp="1"/>
          </p:cNvSpPr>
          <p:nvPr>
            <p:ph type="subTitle" idx="8"/>
          </p:nvPr>
        </p:nvSpPr>
        <p:spPr>
          <a:xfrm>
            <a:off x="5177225" y="2821536"/>
            <a:ext cx="3046800" cy="2448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95" name="Google Shape;95;p13"/>
          <p:cNvSpPr txBox="1">
            <a:spLocks noGrp="1"/>
          </p:cNvSpPr>
          <p:nvPr>
            <p:ph type="subTitle" idx="9"/>
          </p:nvPr>
        </p:nvSpPr>
        <p:spPr>
          <a:xfrm>
            <a:off x="5177225" y="3106262"/>
            <a:ext cx="3046800" cy="2448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a:endParaRPr/>
          </a:p>
        </p:txBody>
      </p:sp>
      <p:sp>
        <p:nvSpPr>
          <p:cNvPr id="96" name="Google Shape;96;p13"/>
          <p:cNvSpPr txBox="1">
            <a:spLocks noGrp="1"/>
          </p:cNvSpPr>
          <p:nvPr>
            <p:ph type="subTitle" idx="13"/>
          </p:nvPr>
        </p:nvSpPr>
        <p:spPr>
          <a:xfrm>
            <a:off x="5177225" y="3865592"/>
            <a:ext cx="3046800" cy="2448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b="1"/>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97" name="Google Shape;97;p13"/>
          <p:cNvSpPr txBox="1">
            <a:spLocks noGrp="1"/>
          </p:cNvSpPr>
          <p:nvPr>
            <p:ph type="subTitle" idx="14"/>
          </p:nvPr>
        </p:nvSpPr>
        <p:spPr>
          <a:xfrm>
            <a:off x="5177225" y="4150318"/>
            <a:ext cx="3046800" cy="2448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a:endParaRPr/>
          </a:p>
        </p:txBody>
      </p:sp>
      <p:sp>
        <p:nvSpPr>
          <p:cNvPr id="98" name="Google Shape;98;p13"/>
          <p:cNvSpPr txBox="1">
            <a:spLocks noGrp="1"/>
          </p:cNvSpPr>
          <p:nvPr>
            <p:ph type="title" idx="15"/>
          </p:nvPr>
        </p:nvSpPr>
        <p:spPr>
          <a:xfrm>
            <a:off x="580225" y="1994250"/>
            <a:ext cx="2687100" cy="1162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9" name="Google Shape;99;p13"/>
          <p:cNvSpPr/>
          <p:nvPr/>
        </p:nvSpPr>
        <p:spPr>
          <a:xfrm>
            <a:off x="0" y="0"/>
            <a:ext cx="2704870" cy="648066"/>
          </a:xfrm>
          <a:custGeom>
            <a:avLst/>
            <a:gdLst/>
            <a:ahLst/>
            <a:cxnLst/>
            <a:rect l="l" t="t" r="r" b="b"/>
            <a:pathLst>
              <a:path w="40427" h="9686" extrusionOk="0">
                <a:moveTo>
                  <a:pt x="1" y="0"/>
                </a:moveTo>
                <a:lnTo>
                  <a:pt x="1" y="9058"/>
                </a:lnTo>
                <a:cubicBezTo>
                  <a:pt x="912" y="8420"/>
                  <a:pt x="1824" y="7812"/>
                  <a:pt x="2827" y="7417"/>
                </a:cubicBezTo>
                <a:cubicBezTo>
                  <a:pt x="4328" y="6846"/>
                  <a:pt x="5566" y="6613"/>
                  <a:pt x="6684" y="6613"/>
                </a:cubicBezTo>
                <a:cubicBezTo>
                  <a:pt x="9258" y="6613"/>
                  <a:pt x="11195" y="7850"/>
                  <a:pt x="14226" y="9058"/>
                </a:cubicBezTo>
                <a:cubicBezTo>
                  <a:pt x="15249" y="9459"/>
                  <a:pt x="16382" y="9685"/>
                  <a:pt x="17502" y="9685"/>
                </a:cubicBezTo>
                <a:cubicBezTo>
                  <a:pt x="18678" y="9685"/>
                  <a:pt x="19841" y="9436"/>
                  <a:pt x="20852" y="8876"/>
                </a:cubicBezTo>
                <a:cubicBezTo>
                  <a:pt x="22615" y="7873"/>
                  <a:pt x="23223" y="6657"/>
                  <a:pt x="25290" y="6657"/>
                </a:cubicBezTo>
                <a:cubicBezTo>
                  <a:pt x="25352" y="6656"/>
                  <a:pt x="25413" y="6655"/>
                  <a:pt x="25475" y="6655"/>
                </a:cubicBezTo>
                <a:cubicBezTo>
                  <a:pt x="27711" y="6655"/>
                  <a:pt x="29710" y="7399"/>
                  <a:pt x="31834" y="7399"/>
                </a:cubicBezTo>
                <a:cubicBezTo>
                  <a:pt x="32722" y="7399"/>
                  <a:pt x="33632" y="7269"/>
                  <a:pt x="34591" y="6900"/>
                </a:cubicBezTo>
                <a:cubicBezTo>
                  <a:pt x="37661" y="5745"/>
                  <a:pt x="39545" y="3587"/>
                  <a:pt x="40336" y="456"/>
                </a:cubicBezTo>
                <a:cubicBezTo>
                  <a:pt x="40366" y="304"/>
                  <a:pt x="40396" y="152"/>
                  <a:pt x="404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3"/>
          <p:cNvSpPr/>
          <p:nvPr/>
        </p:nvSpPr>
        <p:spPr>
          <a:xfrm>
            <a:off x="236200" y="648075"/>
            <a:ext cx="66900" cy="67650"/>
          </a:xfrm>
          <a:custGeom>
            <a:avLst/>
            <a:gdLst/>
            <a:ahLst/>
            <a:cxnLst/>
            <a:rect l="l" t="t" r="r" b="b"/>
            <a:pathLst>
              <a:path w="2676" h="2706" extrusionOk="0">
                <a:moveTo>
                  <a:pt x="2676" y="1338"/>
                </a:moveTo>
                <a:cubicBezTo>
                  <a:pt x="2676" y="2098"/>
                  <a:pt x="2098" y="2706"/>
                  <a:pt x="1338" y="2706"/>
                </a:cubicBezTo>
                <a:cubicBezTo>
                  <a:pt x="609" y="2706"/>
                  <a:pt x="1" y="2098"/>
                  <a:pt x="1" y="1338"/>
                </a:cubicBezTo>
                <a:cubicBezTo>
                  <a:pt x="1" y="609"/>
                  <a:pt x="609" y="1"/>
                  <a:pt x="1338" y="1"/>
                </a:cubicBezTo>
                <a:cubicBezTo>
                  <a:pt x="2098" y="1"/>
                  <a:pt x="2676" y="609"/>
                  <a:pt x="2676" y="133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3"/>
          <p:cNvSpPr/>
          <p:nvPr/>
        </p:nvSpPr>
        <p:spPr>
          <a:xfrm rot="-3600024" flipH="1">
            <a:off x="7775832" y="4404962"/>
            <a:ext cx="1953002" cy="1038942"/>
          </a:xfrm>
          <a:custGeom>
            <a:avLst/>
            <a:gdLst/>
            <a:ahLst/>
            <a:cxnLst/>
            <a:rect l="l" t="t" r="r" b="b"/>
            <a:pathLst>
              <a:path w="28056" h="14925" extrusionOk="0">
                <a:moveTo>
                  <a:pt x="19392" y="426"/>
                </a:moveTo>
                <a:cubicBezTo>
                  <a:pt x="19210" y="456"/>
                  <a:pt x="19058" y="487"/>
                  <a:pt x="18876" y="517"/>
                </a:cubicBezTo>
                <a:cubicBezTo>
                  <a:pt x="17265" y="882"/>
                  <a:pt x="15775" y="1642"/>
                  <a:pt x="14529" y="2736"/>
                </a:cubicBezTo>
                <a:cubicBezTo>
                  <a:pt x="13253" y="3861"/>
                  <a:pt x="12128" y="5289"/>
                  <a:pt x="10608" y="6140"/>
                </a:cubicBezTo>
                <a:cubicBezTo>
                  <a:pt x="8754" y="7174"/>
                  <a:pt x="6657" y="6657"/>
                  <a:pt x="4651" y="6839"/>
                </a:cubicBezTo>
                <a:cubicBezTo>
                  <a:pt x="3465" y="6931"/>
                  <a:pt x="2158" y="7356"/>
                  <a:pt x="1429" y="8359"/>
                </a:cubicBezTo>
                <a:cubicBezTo>
                  <a:pt x="0" y="10365"/>
                  <a:pt x="1611" y="12341"/>
                  <a:pt x="3374" y="13374"/>
                </a:cubicBezTo>
                <a:cubicBezTo>
                  <a:pt x="5532" y="14651"/>
                  <a:pt x="8207" y="14894"/>
                  <a:pt x="10669" y="14925"/>
                </a:cubicBezTo>
                <a:cubicBezTo>
                  <a:pt x="12918" y="14925"/>
                  <a:pt x="15198" y="14681"/>
                  <a:pt x="17356" y="14013"/>
                </a:cubicBezTo>
                <a:cubicBezTo>
                  <a:pt x="20304" y="13101"/>
                  <a:pt x="23587" y="11520"/>
                  <a:pt x="25806" y="9332"/>
                </a:cubicBezTo>
                <a:cubicBezTo>
                  <a:pt x="27417" y="7721"/>
                  <a:pt x="28055" y="5107"/>
                  <a:pt x="26931" y="3040"/>
                </a:cubicBezTo>
                <a:cubicBezTo>
                  <a:pt x="25532" y="517"/>
                  <a:pt x="21976" y="0"/>
                  <a:pt x="19392" y="42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3"/>
          <p:cNvSpPr/>
          <p:nvPr/>
        </p:nvSpPr>
        <p:spPr>
          <a:xfrm>
            <a:off x="252925" y="801575"/>
            <a:ext cx="294100" cy="294100"/>
          </a:xfrm>
          <a:custGeom>
            <a:avLst/>
            <a:gdLst/>
            <a:ahLst/>
            <a:cxnLst/>
            <a:rect l="l" t="t" r="r" b="b"/>
            <a:pathLst>
              <a:path w="11764" h="11764" extrusionOk="0">
                <a:moveTo>
                  <a:pt x="11764" y="5897"/>
                </a:moveTo>
                <a:cubicBezTo>
                  <a:pt x="11764" y="9119"/>
                  <a:pt x="9119" y="11764"/>
                  <a:pt x="5867" y="11764"/>
                </a:cubicBezTo>
                <a:cubicBezTo>
                  <a:pt x="2645" y="11764"/>
                  <a:pt x="0" y="9119"/>
                  <a:pt x="0" y="5897"/>
                </a:cubicBezTo>
                <a:cubicBezTo>
                  <a:pt x="0" y="2645"/>
                  <a:pt x="2645" y="1"/>
                  <a:pt x="5867" y="1"/>
                </a:cubicBezTo>
                <a:cubicBezTo>
                  <a:pt x="9119" y="1"/>
                  <a:pt x="11764" y="2645"/>
                  <a:pt x="11764" y="5897"/>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3"/>
          <p:cNvSpPr/>
          <p:nvPr/>
        </p:nvSpPr>
        <p:spPr>
          <a:xfrm>
            <a:off x="8541800" y="3243925"/>
            <a:ext cx="1305000" cy="1305000"/>
          </a:xfrm>
          <a:prstGeom prst="ellipse">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CAPTION_ONLY_1">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713225" y="445025"/>
            <a:ext cx="77178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6" name="Google Shape;106;p14"/>
          <p:cNvSpPr/>
          <p:nvPr/>
        </p:nvSpPr>
        <p:spPr>
          <a:xfrm>
            <a:off x="-109825" y="4039800"/>
            <a:ext cx="1987184" cy="1213853"/>
          </a:xfrm>
          <a:custGeom>
            <a:avLst/>
            <a:gdLst/>
            <a:ahLst/>
            <a:cxnLst/>
            <a:rect l="l" t="t" r="r" b="b"/>
            <a:pathLst>
              <a:path w="19805" h="12098" extrusionOk="0">
                <a:moveTo>
                  <a:pt x="1" y="1"/>
                </a:moveTo>
                <a:lnTo>
                  <a:pt x="1" y="8410"/>
                </a:lnTo>
                <a:cubicBezTo>
                  <a:pt x="1" y="10453"/>
                  <a:pt x="1646" y="12098"/>
                  <a:pt x="3688" y="12098"/>
                </a:cubicBezTo>
                <a:lnTo>
                  <a:pt x="19804" y="12098"/>
                </a:lnTo>
                <a:lnTo>
                  <a:pt x="19008" y="11156"/>
                </a:lnTo>
                <a:cubicBezTo>
                  <a:pt x="17151" y="8927"/>
                  <a:pt x="14406" y="7641"/>
                  <a:pt x="11501" y="7641"/>
                </a:cubicBezTo>
                <a:lnTo>
                  <a:pt x="9790" y="7641"/>
                </a:lnTo>
                <a:lnTo>
                  <a:pt x="5956" y="2852"/>
                </a:lnTo>
                <a:cubicBezTo>
                  <a:pt x="4511" y="1049"/>
                  <a:pt x="2322" y="1"/>
                  <a:pt x="1" y="1"/>
                </a:cubicBezTo>
                <a:close/>
              </a:path>
            </a:pathLst>
          </a:custGeom>
          <a:solidFill>
            <a:srgbClr val="EBCA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4"/>
          <p:cNvSpPr/>
          <p:nvPr/>
        </p:nvSpPr>
        <p:spPr>
          <a:xfrm rot="-5400000">
            <a:off x="7591865" y="51283"/>
            <a:ext cx="1838276" cy="1536906"/>
          </a:xfrm>
          <a:custGeom>
            <a:avLst/>
            <a:gdLst/>
            <a:ahLst/>
            <a:cxnLst/>
            <a:rect l="l" t="t" r="r" b="b"/>
            <a:pathLst>
              <a:path w="23545" h="19685" extrusionOk="0">
                <a:moveTo>
                  <a:pt x="23545" y="1"/>
                </a:moveTo>
                <a:cubicBezTo>
                  <a:pt x="21250" y="1"/>
                  <a:pt x="19088" y="1115"/>
                  <a:pt x="17735" y="2972"/>
                </a:cubicBezTo>
                <a:lnTo>
                  <a:pt x="10904" y="12442"/>
                </a:lnTo>
                <a:lnTo>
                  <a:pt x="10798" y="12442"/>
                </a:lnTo>
                <a:cubicBezTo>
                  <a:pt x="7442" y="12442"/>
                  <a:pt x="4299" y="14008"/>
                  <a:pt x="2269" y="16674"/>
                </a:cubicBezTo>
                <a:lnTo>
                  <a:pt x="1" y="19685"/>
                </a:lnTo>
                <a:lnTo>
                  <a:pt x="19539" y="19685"/>
                </a:lnTo>
                <a:cubicBezTo>
                  <a:pt x="21754" y="19685"/>
                  <a:pt x="23545" y="17894"/>
                  <a:pt x="23545" y="15679"/>
                </a:cubicBezTo>
                <a:lnTo>
                  <a:pt x="23545" y="1"/>
                </a:lnTo>
                <a:close/>
              </a:path>
            </a:pathLst>
          </a:custGeom>
          <a:solidFill>
            <a:srgbClr val="EBCA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4"/>
          <p:cNvSpPr/>
          <p:nvPr/>
        </p:nvSpPr>
        <p:spPr>
          <a:xfrm>
            <a:off x="-928001" y="-505343"/>
            <a:ext cx="1356217" cy="1356217"/>
          </a:xfrm>
          <a:custGeom>
            <a:avLst/>
            <a:gdLst/>
            <a:ahLst/>
            <a:cxnLst/>
            <a:rect l="l" t="t" r="r" b="b"/>
            <a:pathLst>
              <a:path w="15971" h="15971" fill="none" extrusionOk="0">
                <a:moveTo>
                  <a:pt x="15971" y="7986"/>
                </a:moveTo>
                <a:cubicBezTo>
                  <a:pt x="15971" y="12390"/>
                  <a:pt x="12389" y="15971"/>
                  <a:pt x="7986" y="15971"/>
                </a:cubicBezTo>
                <a:cubicBezTo>
                  <a:pt x="3569" y="15971"/>
                  <a:pt x="0" y="12390"/>
                  <a:pt x="0" y="7986"/>
                </a:cubicBezTo>
                <a:cubicBezTo>
                  <a:pt x="0" y="3569"/>
                  <a:pt x="3569" y="1"/>
                  <a:pt x="7986" y="1"/>
                </a:cubicBezTo>
                <a:cubicBezTo>
                  <a:pt x="12389" y="1"/>
                  <a:pt x="15971" y="3569"/>
                  <a:pt x="15971" y="7986"/>
                </a:cubicBezTo>
                <a:close/>
              </a:path>
            </a:pathLst>
          </a:custGeom>
          <a:noFill/>
          <a:ln w="19050" cap="flat" cmpd="sng">
            <a:solidFill>
              <a:schemeClr val="accent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4"/>
          <p:cNvSpPr/>
          <p:nvPr/>
        </p:nvSpPr>
        <p:spPr>
          <a:xfrm>
            <a:off x="8569779" y="4346120"/>
            <a:ext cx="1051084" cy="958159"/>
          </a:xfrm>
          <a:custGeom>
            <a:avLst/>
            <a:gdLst/>
            <a:ahLst/>
            <a:cxnLst/>
            <a:rect l="l" t="t" r="r" b="b"/>
            <a:pathLst>
              <a:path w="18505" h="16869" extrusionOk="0">
                <a:moveTo>
                  <a:pt x="9252" y="0"/>
                </a:moveTo>
                <a:cubicBezTo>
                  <a:pt x="7094" y="0"/>
                  <a:pt x="4935" y="823"/>
                  <a:pt x="3290" y="2467"/>
                </a:cubicBezTo>
                <a:cubicBezTo>
                  <a:pt x="1" y="5770"/>
                  <a:pt x="1" y="11102"/>
                  <a:pt x="3290" y="14392"/>
                </a:cubicBezTo>
                <a:cubicBezTo>
                  <a:pt x="4935" y="16043"/>
                  <a:pt x="7094" y="16869"/>
                  <a:pt x="9252" y="16869"/>
                </a:cubicBezTo>
                <a:cubicBezTo>
                  <a:pt x="11411" y="16869"/>
                  <a:pt x="13570" y="16043"/>
                  <a:pt x="15215" y="14392"/>
                </a:cubicBezTo>
                <a:cubicBezTo>
                  <a:pt x="18504" y="11102"/>
                  <a:pt x="18504" y="5770"/>
                  <a:pt x="15215" y="2467"/>
                </a:cubicBezTo>
                <a:cubicBezTo>
                  <a:pt x="13570" y="823"/>
                  <a:pt x="11411" y="0"/>
                  <a:pt x="92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3">
  <p:cSld name="CAPTION_ONLY_1_1_1">
    <p:spTree>
      <p:nvGrpSpPr>
        <p:cNvPr id="1" name="Shape 116"/>
        <p:cNvGrpSpPr/>
        <p:nvPr/>
      </p:nvGrpSpPr>
      <p:grpSpPr>
        <a:xfrm>
          <a:off x="0" y="0"/>
          <a:ext cx="0" cy="0"/>
          <a:chOff x="0" y="0"/>
          <a:chExt cx="0" cy="0"/>
        </a:xfrm>
      </p:grpSpPr>
      <p:sp>
        <p:nvSpPr>
          <p:cNvPr id="117" name="Google Shape;117;p16"/>
          <p:cNvSpPr txBox="1">
            <a:spLocks noGrp="1"/>
          </p:cNvSpPr>
          <p:nvPr>
            <p:ph type="title"/>
          </p:nvPr>
        </p:nvSpPr>
        <p:spPr>
          <a:xfrm>
            <a:off x="713225" y="445025"/>
            <a:ext cx="77178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8" name="Google Shape;118;p16"/>
          <p:cNvSpPr/>
          <p:nvPr/>
        </p:nvSpPr>
        <p:spPr>
          <a:xfrm flipH="1">
            <a:off x="6753751" y="0"/>
            <a:ext cx="2390246" cy="572709"/>
          </a:xfrm>
          <a:custGeom>
            <a:avLst/>
            <a:gdLst/>
            <a:ahLst/>
            <a:cxnLst/>
            <a:rect l="l" t="t" r="r" b="b"/>
            <a:pathLst>
              <a:path w="40427" h="9686" extrusionOk="0">
                <a:moveTo>
                  <a:pt x="1" y="0"/>
                </a:moveTo>
                <a:lnTo>
                  <a:pt x="1" y="9058"/>
                </a:lnTo>
                <a:cubicBezTo>
                  <a:pt x="912" y="8420"/>
                  <a:pt x="1824" y="7812"/>
                  <a:pt x="2827" y="7417"/>
                </a:cubicBezTo>
                <a:cubicBezTo>
                  <a:pt x="4328" y="6846"/>
                  <a:pt x="5566" y="6613"/>
                  <a:pt x="6684" y="6613"/>
                </a:cubicBezTo>
                <a:cubicBezTo>
                  <a:pt x="9258" y="6613"/>
                  <a:pt x="11195" y="7850"/>
                  <a:pt x="14226" y="9058"/>
                </a:cubicBezTo>
                <a:cubicBezTo>
                  <a:pt x="15249" y="9459"/>
                  <a:pt x="16382" y="9685"/>
                  <a:pt x="17502" y="9685"/>
                </a:cubicBezTo>
                <a:cubicBezTo>
                  <a:pt x="18678" y="9685"/>
                  <a:pt x="19841" y="9436"/>
                  <a:pt x="20852" y="8876"/>
                </a:cubicBezTo>
                <a:cubicBezTo>
                  <a:pt x="22615" y="7873"/>
                  <a:pt x="23223" y="6657"/>
                  <a:pt x="25290" y="6657"/>
                </a:cubicBezTo>
                <a:cubicBezTo>
                  <a:pt x="25352" y="6656"/>
                  <a:pt x="25413" y="6655"/>
                  <a:pt x="25475" y="6655"/>
                </a:cubicBezTo>
                <a:cubicBezTo>
                  <a:pt x="27711" y="6655"/>
                  <a:pt x="29710" y="7399"/>
                  <a:pt x="31834" y="7399"/>
                </a:cubicBezTo>
                <a:cubicBezTo>
                  <a:pt x="32722" y="7399"/>
                  <a:pt x="33632" y="7269"/>
                  <a:pt x="34591" y="6900"/>
                </a:cubicBezTo>
                <a:cubicBezTo>
                  <a:pt x="37661" y="5745"/>
                  <a:pt x="39545" y="3587"/>
                  <a:pt x="40336" y="456"/>
                </a:cubicBezTo>
                <a:cubicBezTo>
                  <a:pt x="40366" y="304"/>
                  <a:pt x="40396" y="152"/>
                  <a:pt x="404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6"/>
          <p:cNvSpPr/>
          <p:nvPr/>
        </p:nvSpPr>
        <p:spPr>
          <a:xfrm>
            <a:off x="-1640425" y="2805775"/>
            <a:ext cx="2276400" cy="2276400"/>
          </a:xfrm>
          <a:prstGeom prst="ellipse">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6"/>
          <p:cNvSpPr/>
          <p:nvPr/>
        </p:nvSpPr>
        <p:spPr>
          <a:xfrm>
            <a:off x="8499150" y="467150"/>
            <a:ext cx="528444" cy="528444"/>
          </a:xfrm>
          <a:custGeom>
            <a:avLst/>
            <a:gdLst/>
            <a:ahLst/>
            <a:cxnLst/>
            <a:rect l="l" t="t" r="r" b="b"/>
            <a:pathLst>
              <a:path w="17174" h="17174" extrusionOk="0">
                <a:moveTo>
                  <a:pt x="8481" y="61"/>
                </a:moveTo>
                <a:cubicBezTo>
                  <a:pt x="3769" y="92"/>
                  <a:pt x="0" y="3982"/>
                  <a:pt x="30" y="8694"/>
                </a:cubicBezTo>
                <a:cubicBezTo>
                  <a:pt x="91" y="13405"/>
                  <a:pt x="3952" y="17174"/>
                  <a:pt x="8693" y="17144"/>
                </a:cubicBezTo>
                <a:cubicBezTo>
                  <a:pt x="13405" y="17083"/>
                  <a:pt x="17174" y="13223"/>
                  <a:pt x="17113" y="8481"/>
                </a:cubicBezTo>
                <a:cubicBezTo>
                  <a:pt x="17082" y="3770"/>
                  <a:pt x="13222" y="0"/>
                  <a:pt x="8481" y="6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6"/>
          <p:cNvSpPr/>
          <p:nvPr/>
        </p:nvSpPr>
        <p:spPr>
          <a:xfrm flipH="1">
            <a:off x="0" y="4455000"/>
            <a:ext cx="3074544" cy="688502"/>
          </a:xfrm>
          <a:custGeom>
            <a:avLst/>
            <a:gdLst/>
            <a:ahLst/>
            <a:cxnLst/>
            <a:rect l="l" t="t" r="r" b="b"/>
            <a:pathLst>
              <a:path w="37418" h="8379" extrusionOk="0">
                <a:moveTo>
                  <a:pt x="22572" y="1"/>
                </a:moveTo>
                <a:cubicBezTo>
                  <a:pt x="21393" y="1"/>
                  <a:pt x="20222" y="250"/>
                  <a:pt x="19210" y="810"/>
                </a:cubicBezTo>
                <a:cubicBezTo>
                  <a:pt x="17478" y="1813"/>
                  <a:pt x="16840" y="2999"/>
                  <a:pt x="14803" y="3029"/>
                </a:cubicBezTo>
                <a:cubicBezTo>
                  <a:pt x="14741" y="3030"/>
                  <a:pt x="14680" y="3031"/>
                  <a:pt x="14618" y="3031"/>
                </a:cubicBezTo>
                <a:cubicBezTo>
                  <a:pt x="12381" y="3031"/>
                  <a:pt x="10367" y="2287"/>
                  <a:pt x="8235" y="2287"/>
                </a:cubicBezTo>
                <a:cubicBezTo>
                  <a:pt x="7343" y="2287"/>
                  <a:pt x="6430" y="2417"/>
                  <a:pt x="5472" y="2786"/>
                </a:cubicBezTo>
                <a:cubicBezTo>
                  <a:pt x="2706" y="3850"/>
                  <a:pt x="912" y="5704"/>
                  <a:pt x="0" y="8379"/>
                </a:cubicBezTo>
                <a:lnTo>
                  <a:pt x="37417" y="8379"/>
                </a:lnTo>
                <a:lnTo>
                  <a:pt x="37417" y="2178"/>
                </a:lnTo>
                <a:cubicBezTo>
                  <a:pt x="37357" y="2209"/>
                  <a:pt x="37296" y="2239"/>
                  <a:pt x="37235" y="2239"/>
                </a:cubicBezTo>
                <a:cubicBezTo>
                  <a:pt x="35732" y="2814"/>
                  <a:pt x="34489" y="3050"/>
                  <a:pt x="33364" y="3050"/>
                </a:cubicBezTo>
                <a:cubicBezTo>
                  <a:pt x="30805" y="3050"/>
                  <a:pt x="28856" y="1832"/>
                  <a:pt x="25837" y="628"/>
                </a:cubicBezTo>
                <a:cubicBezTo>
                  <a:pt x="24828" y="227"/>
                  <a:pt x="23696" y="1"/>
                  <a:pt x="225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5">
  <p:cSld name="CAPTION_ONLY_1_1_1_1_1">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713225" y="445025"/>
            <a:ext cx="77178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1" name="Google Shape;161;p20"/>
          <p:cNvSpPr/>
          <p:nvPr/>
        </p:nvSpPr>
        <p:spPr>
          <a:xfrm rot="3600024">
            <a:off x="-567834" y="4404962"/>
            <a:ext cx="1953002" cy="1038942"/>
          </a:xfrm>
          <a:custGeom>
            <a:avLst/>
            <a:gdLst/>
            <a:ahLst/>
            <a:cxnLst/>
            <a:rect l="l" t="t" r="r" b="b"/>
            <a:pathLst>
              <a:path w="28056" h="14925" extrusionOk="0">
                <a:moveTo>
                  <a:pt x="19392" y="426"/>
                </a:moveTo>
                <a:cubicBezTo>
                  <a:pt x="19210" y="456"/>
                  <a:pt x="19058" y="487"/>
                  <a:pt x="18876" y="517"/>
                </a:cubicBezTo>
                <a:cubicBezTo>
                  <a:pt x="17265" y="882"/>
                  <a:pt x="15775" y="1642"/>
                  <a:pt x="14529" y="2736"/>
                </a:cubicBezTo>
                <a:cubicBezTo>
                  <a:pt x="13253" y="3861"/>
                  <a:pt x="12128" y="5289"/>
                  <a:pt x="10608" y="6140"/>
                </a:cubicBezTo>
                <a:cubicBezTo>
                  <a:pt x="8754" y="7174"/>
                  <a:pt x="6657" y="6657"/>
                  <a:pt x="4651" y="6839"/>
                </a:cubicBezTo>
                <a:cubicBezTo>
                  <a:pt x="3465" y="6931"/>
                  <a:pt x="2158" y="7356"/>
                  <a:pt x="1429" y="8359"/>
                </a:cubicBezTo>
                <a:cubicBezTo>
                  <a:pt x="0" y="10365"/>
                  <a:pt x="1611" y="12341"/>
                  <a:pt x="3374" y="13374"/>
                </a:cubicBezTo>
                <a:cubicBezTo>
                  <a:pt x="5532" y="14651"/>
                  <a:pt x="8207" y="14894"/>
                  <a:pt x="10669" y="14925"/>
                </a:cubicBezTo>
                <a:cubicBezTo>
                  <a:pt x="12918" y="14925"/>
                  <a:pt x="15198" y="14681"/>
                  <a:pt x="17356" y="14013"/>
                </a:cubicBezTo>
                <a:cubicBezTo>
                  <a:pt x="20304" y="13101"/>
                  <a:pt x="23587" y="11520"/>
                  <a:pt x="25806" y="9332"/>
                </a:cubicBezTo>
                <a:cubicBezTo>
                  <a:pt x="27417" y="7721"/>
                  <a:pt x="28055" y="5107"/>
                  <a:pt x="26931" y="3040"/>
                </a:cubicBezTo>
                <a:cubicBezTo>
                  <a:pt x="25532" y="517"/>
                  <a:pt x="21976" y="0"/>
                  <a:pt x="19392" y="42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0"/>
          <p:cNvSpPr/>
          <p:nvPr/>
        </p:nvSpPr>
        <p:spPr>
          <a:xfrm flipH="1">
            <a:off x="6456130" y="0"/>
            <a:ext cx="2704870" cy="648066"/>
          </a:xfrm>
          <a:custGeom>
            <a:avLst/>
            <a:gdLst/>
            <a:ahLst/>
            <a:cxnLst/>
            <a:rect l="l" t="t" r="r" b="b"/>
            <a:pathLst>
              <a:path w="40427" h="9686" extrusionOk="0">
                <a:moveTo>
                  <a:pt x="1" y="0"/>
                </a:moveTo>
                <a:lnTo>
                  <a:pt x="1" y="9058"/>
                </a:lnTo>
                <a:cubicBezTo>
                  <a:pt x="912" y="8420"/>
                  <a:pt x="1824" y="7812"/>
                  <a:pt x="2827" y="7417"/>
                </a:cubicBezTo>
                <a:cubicBezTo>
                  <a:pt x="4328" y="6846"/>
                  <a:pt x="5566" y="6613"/>
                  <a:pt x="6684" y="6613"/>
                </a:cubicBezTo>
                <a:cubicBezTo>
                  <a:pt x="9258" y="6613"/>
                  <a:pt x="11195" y="7850"/>
                  <a:pt x="14226" y="9058"/>
                </a:cubicBezTo>
                <a:cubicBezTo>
                  <a:pt x="15249" y="9459"/>
                  <a:pt x="16382" y="9685"/>
                  <a:pt x="17502" y="9685"/>
                </a:cubicBezTo>
                <a:cubicBezTo>
                  <a:pt x="18678" y="9685"/>
                  <a:pt x="19841" y="9436"/>
                  <a:pt x="20852" y="8876"/>
                </a:cubicBezTo>
                <a:cubicBezTo>
                  <a:pt x="22615" y="7873"/>
                  <a:pt x="23223" y="6657"/>
                  <a:pt x="25290" y="6657"/>
                </a:cubicBezTo>
                <a:cubicBezTo>
                  <a:pt x="25352" y="6656"/>
                  <a:pt x="25413" y="6655"/>
                  <a:pt x="25475" y="6655"/>
                </a:cubicBezTo>
                <a:cubicBezTo>
                  <a:pt x="27711" y="6655"/>
                  <a:pt x="29710" y="7399"/>
                  <a:pt x="31834" y="7399"/>
                </a:cubicBezTo>
                <a:cubicBezTo>
                  <a:pt x="32722" y="7399"/>
                  <a:pt x="33632" y="7269"/>
                  <a:pt x="34591" y="6900"/>
                </a:cubicBezTo>
                <a:cubicBezTo>
                  <a:pt x="37661" y="5745"/>
                  <a:pt x="39545" y="3587"/>
                  <a:pt x="40336" y="456"/>
                </a:cubicBezTo>
                <a:cubicBezTo>
                  <a:pt x="40366" y="304"/>
                  <a:pt x="40396" y="152"/>
                  <a:pt x="404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0"/>
          <p:cNvSpPr/>
          <p:nvPr/>
        </p:nvSpPr>
        <p:spPr>
          <a:xfrm flipH="1">
            <a:off x="8857900" y="648075"/>
            <a:ext cx="66900" cy="67650"/>
          </a:xfrm>
          <a:custGeom>
            <a:avLst/>
            <a:gdLst/>
            <a:ahLst/>
            <a:cxnLst/>
            <a:rect l="l" t="t" r="r" b="b"/>
            <a:pathLst>
              <a:path w="2676" h="2706" extrusionOk="0">
                <a:moveTo>
                  <a:pt x="2676" y="1338"/>
                </a:moveTo>
                <a:cubicBezTo>
                  <a:pt x="2676" y="2098"/>
                  <a:pt x="2098" y="2706"/>
                  <a:pt x="1338" y="2706"/>
                </a:cubicBezTo>
                <a:cubicBezTo>
                  <a:pt x="609" y="2706"/>
                  <a:pt x="1" y="2098"/>
                  <a:pt x="1" y="1338"/>
                </a:cubicBezTo>
                <a:cubicBezTo>
                  <a:pt x="1" y="609"/>
                  <a:pt x="609" y="1"/>
                  <a:pt x="1338" y="1"/>
                </a:cubicBezTo>
                <a:cubicBezTo>
                  <a:pt x="2098" y="1"/>
                  <a:pt x="2676" y="609"/>
                  <a:pt x="2676" y="133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0"/>
          <p:cNvSpPr/>
          <p:nvPr/>
        </p:nvSpPr>
        <p:spPr>
          <a:xfrm flipH="1">
            <a:off x="8613975" y="801575"/>
            <a:ext cx="294100" cy="294100"/>
          </a:xfrm>
          <a:custGeom>
            <a:avLst/>
            <a:gdLst/>
            <a:ahLst/>
            <a:cxnLst/>
            <a:rect l="l" t="t" r="r" b="b"/>
            <a:pathLst>
              <a:path w="11764" h="11764" extrusionOk="0">
                <a:moveTo>
                  <a:pt x="11764" y="5897"/>
                </a:moveTo>
                <a:cubicBezTo>
                  <a:pt x="11764" y="9119"/>
                  <a:pt x="9119" y="11764"/>
                  <a:pt x="5867" y="11764"/>
                </a:cubicBezTo>
                <a:cubicBezTo>
                  <a:pt x="2645" y="11764"/>
                  <a:pt x="0" y="9119"/>
                  <a:pt x="0" y="5897"/>
                </a:cubicBezTo>
                <a:cubicBezTo>
                  <a:pt x="0" y="2645"/>
                  <a:pt x="2645" y="1"/>
                  <a:pt x="5867" y="1"/>
                </a:cubicBezTo>
                <a:cubicBezTo>
                  <a:pt x="9119" y="1"/>
                  <a:pt x="11764" y="2645"/>
                  <a:pt x="11764" y="5897"/>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0"/>
          <p:cNvSpPr/>
          <p:nvPr/>
        </p:nvSpPr>
        <p:spPr>
          <a:xfrm flipH="1">
            <a:off x="-685800" y="3243925"/>
            <a:ext cx="1305000" cy="1305000"/>
          </a:xfrm>
          <a:prstGeom prst="ellipse">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TITLE_ONLY_1_1">
    <p:spTree>
      <p:nvGrpSpPr>
        <p:cNvPr id="1" name="Shape 226"/>
        <p:cNvGrpSpPr/>
        <p:nvPr/>
      </p:nvGrpSpPr>
      <p:grpSpPr>
        <a:xfrm>
          <a:off x="0" y="0"/>
          <a:ext cx="0" cy="0"/>
          <a:chOff x="0" y="0"/>
          <a:chExt cx="0" cy="0"/>
        </a:xfrm>
      </p:grpSpPr>
      <p:sp>
        <p:nvSpPr>
          <p:cNvPr id="227" name="Google Shape;227;p29"/>
          <p:cNvSpPr/>
          <p:nvPr/>
        </p:nvSpPr>
        <p:spPr>
          <a:xfrm>
            <a:off x="0" y="0"/>
            <a:ext cx="2704870" cy="648066"/>
          </a:xfrm>
          <a:custGeom>
            <a:avLst/>
            <a:gdLst/>
            <a:ahLst/>
            <a:cxnLst/>
            <a:rect l="l" t="t" r="r" b="b"/>
            <a:pathLst>
              <a:path w="40427" h="9686" extrusionOk="0">
                <a:moveTo>
                  <a:pt x="1" y="0"/>
                </a:moveTo>
                <a:lnTo>
                  <a:pt x="1" y="9058"/>
                </a:lnTo>
                <a:cubicBezTo>
                  <a:pt x="912" y="8420"/>
                  <a:pt x="1824" y="7812"/>
                  <a:pt x="2827" y="7417"/>
                </a:cubicBezTo>
                <a:cubicBezTo>
                  <a:pt x="4328" y="6846"/>
                  <a:pt x="5566" y="6613"/>
                  <a:pt x="6684" y="6613"/>
                </a:cubicBezTo>
                <a:cubicBezTo>
                  <a:pt x="9258" y="6613"/>
                  <a:pt x="11195" y="7850"/>
                  <a:pt x="14226" y="9058"/>
                </a:cubicBezTo>
                <a:cubicBezTo>
                  <a:pt x="15249" y="9459"/>
                  <a:pt x="16382" y="9685"/>
                  <a:pt x="17502" y="9685"/>
                </a:cubicBezTo>
                <a:cubicBezTo>
                  <a:pt x="18678" y="9685"/>
                  <a:pt x="19841" y="9436"/>
                  <a:pt x="20852" y="8876"/>
                </a:cubicBezTo>
                <a:cubicBezTo>
                  <a:pt x="22615" y="7873"/>
                  <a:pt x="23223" y="6657"/>
                  <a:pt x="25290" y="6657"/>
                </a:cubicBezTo>
                <a:cubicBezTo>
                  <a:pt x="25352" y="6656"/>
                  <a:pt x="25413" y="6655"/>
                  <a:pt x="25475" y="6655"/>
                </a:cubicBezTo>
                <a:cubicBezTo>
                  <a:pt x="27711" y="6655"/>
                  <a:pt x="29710" y="7399"/>
                  <a:pt x="31834" y="7399"/>
                </a:cubicBezTo>
                <a:cubicBezTo>
                  <a:pt x="32722" y="7399"/>
                  <a:pt x="33632" y="7269"/>
                  <a:pt x="34591" y="6900"/>
                </a:cubicBezTo>
                <a:cubicBezTo>
                  <a:pt x="37661" y="5745"/>
                  <a:pt x="39545" y="3587"/>
                  <a:pt x="40336" y="456"/>
                </a:cubicBezTo>
                <a:cubicBezTo>
                  <a:pt x="40366" y="304"/>
                  <a:pt x="40396" y="152"/>
                  <a:pt x="404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9"/>
          <p:cNvSpPr/>
          <p:nvPr/>
        </p:nvSpPr>
        <p:spPr>
          <a:xfrm>
            <a:off x="236200" y="648075"/>
            <a:ext cx="66900" cy="67650"/>
          </a:xfrm>
          <a:custGeom>
            <a:avLst/>
            <a:gdLst/>
            <a:ahLst/>
            <a:cxnLst/>
            <a:rect l="l" t="t" r="r" b="b"/>
            <a:pathLst>
              <a:path w="2676" h="2706" extrusionOk="0">
                <a:moveTo>
                  <a:pt x="2676" y="1338"/>
                </a:moveTo>
                <a:cubicBezTo>
                  <a:pt x="2676" y="2098"/>
                  <a:pt x="2098" y="2706"/>
                  <a:pt x="1338" y="2706"/>
                </a:cubicBezTo>
                <a:cubicBezTo>
                  <a:pt x="609" y="2706"/>
                  <a:pt x="1" y="2098"/>
                  <a:pt x="1" y="1338"/>
                </a:cubicBezTo>
                <a:cubicBezTo>
                  <a:pt x="1" y="609"/>
                  <a:pt x="609" y="1"/>
                  <a:pt x="1338" y="1"/>
                </a:cubicBezTo>
                <a:cubicBezTo>
                  <a:pt x="2098" y="1"/>
                  <a:pt x="2676" y="609"/>
                  <a:pt x="2676" y="133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9"/>
          <p:cNvSpPr/>
          <p:nvPr/>
        </p:nvSpPr>
        <p:spPr>
          <a:xfrm rot="-3600024" flipH="1">
            <a:off x="7775832" y="4404962"/>
            <a:ext cx="1953002" cy="1038942"/>
          </a:xfrm>
          <a:custGeom>
            <a:avLst/>
            <a:gdLst/>
            <a:ahLst/>
            <a:cxnLst/>
            <a:rect l="l" t="t" r="r" b="b"/>
            <a:pathLst>
              <a:path w="28056" h="14925" extrusionOk="0">
                <a:moveTo>
                  <a:pt x="19392" y="426"/>
                </a:moveTo>
                <a:cubicBezTo>
                  <a:pt x="19210" y="456"/>
                  <a:pt x="19058" y="487"/>
                  <a:pt x="18876" y="517"/>
                </a:cubicBezTo>
                <a:cubicBezTo>
                  <a:pt x="17265" y="882"/>
                  <a:pt x="15775" y="1642"/>
                  <a:pt x="14529" y="2736"/>
                </a:cubicBezTo>
                <a:cubicBezTo>
                  <a:pt x="13253" y="3861"/>
                  <a:pt x="12128" y="5289"/>
                  <a:pt x="10608" y="6140"/>
                </a:cubicBezTo>
                <a:cubicBezTo>
                  <a:pt x="8754" y="7174"/>
                  <a:pt x="6657" y="6657"/>
                  <a:pt x="4651" y="6839"/>
                </a:cubicBezTo>
                <a:cubicBezTo>
                  <a:pt x="3465" y="6931"/>
                  <a:pt x="2158" y="7356"/>
                  <a:pt x="1429" y="8359"/>
                </a:cubicBezTo>
                <a:cubicBezTo>
                  <a:pt x="0" y="10365"/>
                  <a:pt x="1611" y="12341"/>
                  <a:pt x="3374" y="13374"/>
                </a:cubicBezTo>
                <a:cubicBezTo>
                  <a:pt x="5532" y="14651"/>
                  <a:pt x="8207" y="14894"/>
                  <a:pt x="10669" y="14925"/>
                </a:cubicBezTo>
                <a:cubicBezTo>
                  <a:pt x="12918" y="14925"/>
                  <a:pt x="15198" y="14681"/>
                  <a:pt x="17356" y="14013"/>
                </a:cubicBezTo>
                <a:cubicBezTo>
                  <a:pt x="20304" y="13101"/>
                  <a:pt x="23587" y="11520"/>
                  <a:pt x="25806" y="9332"/>
                </a:cubicBezTo>
                <a:cubicBezTo>
                  <a:pt x="27417" y="7721"/>
                  <a:pt x="28055" y="5107"/>
                  <a:pt x="26931" y="3040"/>
                </a:cubicBezTo>
                <a:cubicBezTo>
                  <a:pt x="25532" y="517"/>
                  <a:pt x="21976" y="0"/>
                  <a:pt x="19392" y="42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9"/>
          <p:cNvSpPr/>
          <p:nvPr/>
        </p:nvSpPr>
        <p:spPr>
          <a:xfrm>
            <a:off x="252925" y="801575"/>
            <a:ext cx="294100" cy="294100"/>
          </a:xfrm>
          <a:custGeom>
            <a:avLst/>
            <a:gdLst/>
            <a:ahLst/>
            <a:cxnLst/>
            <a:rect l="l" t="t" r="r" b="b"/>
            <a:pathLst>
              <a:path w="11764" h="11764" extrusionOk="0">
                <a:moveTo>
                  <a:pt x="11764" y="5897"/>
                </a:moveTo>
                <a:cubicBezTo>
                  <a:pt x="11764" y="9119"/>
                  <a:pt x="9119" y="11764"/>
                  <a:pt x="5867" y="11764"/>
                </a:cubicBezTo>
                <a:cubicBezTo>
                  <a:pt x="2645" y="11764"/>
                  <a:pt x="0" y="9119"/>
                  <a:pt x="0" y="5897"/>
                </a:cubicBezTo>
                <a:cubicBezTo>
                  <a:pt x="0" y="2645"/>
                  <a:pt x="2645" y="1"/>
                  <a:pt x="5867" y="1"/>
                </a:cubicBezTo>
                <a:cubicBezTo>
                  <a:pt x="9119" y="1"/>
                  <a:pt x="11764" y="2645"/>
                  <a:pt x="11764" y="5897"/>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9"/>
          <p:cNvSpPr/>
          <p:nvPr/>
        </p:nvSpPr>
        <p:spPr>
          <a:xfrm>
            <a:off x="8541800" y="3243925"/>
            <a:ext cx="1305000" cy="1305000"/>
          </a:xfrm>
          <a:prstGeom prst="ellipse">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2">
  <p:cSld name="CUSTOM_6_1">
    <p:spTree>
      <p:nvGrpSpPr>
        <p:cNvPr id="1" name="Shape 232"/>
        <p:cNvGrpSpPr/>
        <p:nvPr/>
      </p:nvGrpSpPr>
      <p:grpSpPr>
        <a:xfrm>
          <a:off x="0" y="0"/>
          <a:ext cx="0" cy="0"/>
          <a:chOff x="0" y="0"/>
          <a:chExt cx="0" cy="0"/>
        </a:xfrm>
      </p:grpSpPr>
      <p:sp>
        <p:nvSpPr>
          <p:cNvPr id="233" name="Google Shape;233;p30"/>
          <p:cNvSpPr/>
          <p:nvPr/>
        </p:nvSpPr>
        <p:spPr>
          <a:xfrm>
            <a:off x="-2125" y="0"/>
            <a:ext cx="2390246" cy="572709"/>
          </a:xfrm>
          <a:custGeom>
            <a:avLst/>
            <a:gdLst/>
            <a:ahLst/>
            <a:cxnLst/>
            <a:rect l="l" t="t" r="r" b="b"/>
            <a:pathLst>
              <a:path w="40427" h="9686" extrusionOk="0">
                <a:moveTo>
                  <a:pt x="1" y="0"/>
                </a:moveTo>
                <a:lnTo>
                  <a:pt x="1" y="9058"/>
                </a:lnTo>
                <a:cubicBezTo>
                  <a:pt x="912" y="8420"/>
                  <a:pt x="1824" y="7812"/>
                  <a:pt x="2827" y="7417"/>
                </a:cubicBezTo>
                <a:cubicBezTo>
                  <a:pt x="4328" y="6846"/>
                  <a:pt x="5566" y="6613"/>
                  <a:pt x="6684" y="6613"/>
                </a:cubicBezTo>
                <a:cubicBezTo>
                  <a:pt x="9258" y="6613"/>
                  <a:pt x="11195" y="7850"/>
                  <a:pt x="14226" y="9058"/>
                </a:cubicBezTo>
                <a:cubicBezTo>
                  <a:pt x="15249" y="9459"/>
                  <a:pt x="16382" y="9685"/>
                  <a:pt x="17502" y="9685"/>
                </a:cubicBezTo>
                <a:cubicBezTo>
                  <a:pt x="18678" y="9685"/>
                  <a:pt x="19841" y="9436"/>
                  <a:pt x="20852" y="8876"/>
                </a:cubicBezTo>
                <a:cubicBezTo>
                  <a:pt x="22615" y="7873"/>
                  <a:pt x="23223" y="6657"/>
                  <a:pt x="25290" y="6657"/>
                </a:cubicBezTo>
                <a:cubicBezTo>
                  <a:pt x="25352" y="6656"/>
                  <a:pt x="25413" y="6655"/>
                  <a:pt x="25475" y="6655"/>
                </a:cubicBezTo>
                <a:cubicBezTo>
                  <a:pt x="27711" y="6655"/>
                  <a:pt x="29710" y="7399"/>
                  <a:pt x="31834" y="7399"/>
                </a:cubicBezTo>
                <a:cubicBezTo>
                  <a:pt x="32722" y="7399"/>
                  <a:pt x="33632" y="7269"/>
                  <a:pt x="34591" y="6900"/>
                </a:cubicBezTo>
                <a:cubicBezTo>
                  <a:pt x="37661" y="5745"/>
                  <a:pt x="39545" y="3587"/>
                  <a:pt x="40336" y="456"/>
                </a:cubicBezTo>
                <a:cubicBezTo>
                  <a:pt x="40366" y="304"/>
                  <a:pt x="40396" y="152"/>
                  <a:pt x="404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0"/>
          <p:cNvSpPr/>
          <p:nvPr/>
        </p:nvSpPr>
        <p:spPr>
          <a:xfrm flipH="1">
            <a:off x="8505897" y="2805775"/>
            <a:ext cx="2276400" cy="2276400"/>
          </a:xfrm>
          <a:prstGeom prst="ellipse">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0"/>
          <p:cNvSpPr/>
          <p:nvPr/>
        </p:nvSpPr>
        <p:spPr>
          <a:xfrm flipH="1">
            <a:off x="114278" y="467150"/>
            <a:ext cx="528444" cy="528444"/>
          </a:xfrm>
          <a:custGeom>
            <a:avLst/>
            <a:gdLst/>
            <a:ahLst/>
            <a:cxnLst/>
            <a:rect l="l" t="t" r="r" b="b"/>
            <a:pathLst>
              <a:path w="17174" h="17174" extrusionOk="0">
                <a:moveTo>
                  <a:pt x="8481" y="61"/>
                </a:moveTo>
                <a:cubicBezTo>
                  <a:pt x="3769" y="92"/>
                  <a:pt x="0" y="3982"/>
                  <a:pt x="30" y="8694"/>
                </a:cubicBezTo>
                <a:cubicBezTo>
                  <a:pt x="91" y="13405"/>
                  <a:pt x="3952" y="17174"/>
                  <a:pt x="8693" y="17144"/>
                </a:cubicBezTo>
                <a:cubicBezTo>
                  <a:pt x="13405" y="17083"/>
                  <a:pt x="17174" y="13223"/>
                  <a:pt x="17113" y="8481"/>
                </a:cubicBezTo>
                <a:cubicBezTo>
                  <a:pt x="17082" y="3770"/>
                  <a:pt x="13222" y="0"/>
                  <a:pt x="8481" y="6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0"/>
          <p:cNvSpPr/>
          <p:nvPr/>
        </p:nvSpPr>
        <p:spPr>
          <a:xfrm>
            <a:off x="6067329" y="4455000"/>
            <a:ext cx="3074544" cy="688502"/>
          </a:xfrm>
          <a:custGeom>
            <a:avLst/>
            <a:gdLst/>
            <a:ahLst/>
            <a:cxnLst/>
            <a:rect l="l" t="t" r="r" b="b"/>
            <a:pathLst>
              <a:path w="37418" h="8379" extrusionOk="0">
                <a:moveTo>
                  <a:pt x="22572" y="1"/>
                </a:moveTo>
                <a:cubicBezTo>
                  <a:pt x="21393" y="1"/>
                  <a:pt x="20222" y="250"/>
                  <a:pt x="19210" y="810"/>
                </a:cubicBezTo>
                <a:cubicBezTo>
                  <a:pt x="17478" y="1813"/>
                  <a:pt x="16840" y="2999"/>
                  <a:pt x="14803" y="3029"/>
                </a:cubicBezTo>
                <a:cubicBezTo>
                  <a:pt x="14741" y="3030"/>
                  <a:pt x="14680" y="3031"/>
                  <a:pt x="14618" y="3031"/>
                </a:cubicBezTo>
                <a:cubicBezTo>
                  <a:pt x="12381" y="3031"/>
                  <a:pt x="10367" y="2287"/>
                  <a:pt x="8235" y="2287"/>
                </a:cubicBezTo>
                <a:cubicBezTo>
                  <a:pt x="7343" y="2287"/>
                  <a:pt x="6430" y="2417"/>
                  <a:pt x="5472" y="2786"/>
                </a:cubicBezTo>
                <a:cubicBezTo>
                  <a:pt x="2706" y="3850"/>
                  <a:pt x="912" y="5704"/>
                  <a:pt x="0" y="8379"/>
                </a:cubicBezTo>
                <a:lnTo>
                  <a:pt x="37417" y="8379"/>
                </a:lnTo>
                <a:lnTo>
                  <a:pt x="37417" y="2178"/>
                </a:lnTo>
                <a:cubicBezTo>
                  <a:pt x="37357" y="2209"/>
                  <a:pt x="37296" y="2239"/>
                  <a:pt x="37235" y="2239"/>
                </a:cubicBezTo>
                <a:cubicBezTo>
                  <a:pt x="35732" y="2814"/>
                  <a:pt x="34489" y="3050"/>
                  <a:pt x="33364" y="3050"/>
                </a:cubicBezTo>
                <a:cubicBezTo>
                  <a:pt x="30805" y="3050"/>
                  <a:pt x="28856" y="1832"/>
                  <a:pt x="25837" y="628"/>
                </a:cubicBezTo>
                <a:cubicBezTo>
                  <a:pt x="24828" y="227"/>
                  <a:pt x="23696" y="1"/>
                  <a:pt x="225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3">
  <p:cSld name="TITLE_AND_BODY_1_1_1_1">
    <p:spTree>
      <p:nvGrpSpPr>
        <p:cNvPr id="1" name="Shape 237"/>
        <p:cNvGrpSpPr/>
        <p:nvPr/>
      </p:nvGrpSpPr>
      <p:grpSpPr>
        <a:xfrm>
          <a:off x="0" y="0"/>
          <a:ext cx="0" cy="0"/>
          <a:chOff x="0" y="0"/>
          <a:chExt cx="0" cy="0"/>
        </a:xfrm>
      </p:grpSpPr>
      <p:sp>
        <p:nvSpPr>
          <p:cNvPr id="238" name="Google Shape;238;p31"/>
          <p:cNvSpPr/>
          <p:nvPr/>
        </p:nvSpPr>
        <p:spPr>
          <a:xfrm rot="10800000">
            <a:off x="6753751" y="4570793"/>
            <a:ext cx="2390246" cy="572709"/>
          </a:xfrm>
          <a:custGeom>
            <a:avLst/>
            <a:gdLst/>
            <a:ahLst/>
            <a:cxnLst/>
            <a:rect l="l" t="t" r="r" b="b"/>
            <a:pathLst>
              <a:path w="40427" h="9686" extrusionOk="0">
                <a:moveTo>
                  <a:pt x="1" y="0"/>
                </a:moveTo>
                <a:lnTo>
                  <a:pt x="1" y="9058"/>
                </a:lnTo>
                <a:cubicBezTo>
                  <a:pt x="912" y="8420"/>
                  <a:pt x="1824" y="7812"/>
                  <a:pt x="2827" y="7417"/>
                </a:cubicBezTo>
                <a:cubicBezTo>
                  <a:pt x="4328" y="6846"/>
                  <a:pt x="5566" y="6613"/>
                  <a:pt x="6684" y="6613"/>
                </a:cubicBezTo>
                <a:cubicBezTo>
                  <a:pt x="9258" y="6613"/>
                  <a:pt x="11195" y="7850"/>
                  <a:pt x="14226" y="9058"/>
                </a:cubicBezTo>
                <a:cubicBezTo>
                  <a:pt x="15249" y="9459"/>
                  <a:pt x="16382" y="9685"/>
                  <a:pt x="17502" y="9685"/>
                </a:cubicBezTo>
                <a:cubicBezTo>
                  <a:pt x="18678" y="9685"/>
                  <a:pt x="19841" y="9436"/>
                  <a:pt x="20852" y="8876"/>
                </a:cubicBezTo>
                <a:cubicBezTo>
                  <a:pt x="22615" y="7873"/>
                  <a:pt x="23223" y="6657"/>
                  <a:pt x="25290" y="6657"/>
                </a:cubicBezTo>
                <a:cubicBezTo>
                  <a:pt x="25352" y="6656"/>
                  <a:pt x="25413" y="6655"/>
                  <a:pt x="25475" y="6655"/>
                </a:cubicBezTo>
                <a:cubicBezTo>
                  <a:pt x="27711" y="6655"/>
                  <a:pt x="29710" y="7399"/>
                  <a:pt x="31834" y="7399"/>
                </a:cubicBezTo>
                <a:cubicBezTo>
                  <a:pt x="32722" y="7399"/>
                  <a:pt x="33632" y="7269"/>
                  <a:pt x="34591" y="6900"/>
                </a:cubicBezTo>
                <a:cubicBezTo>
                  <a:pt x="37661" y="5745"/>
                  <a:pt x="39545" y="3587"/>
                  <a:pt x="40336" y="456"/>
                </a:cubicBezTo>
                <a:cubicBezTo>
                  <a:pt x="40366" y="304"/>
                  <a:pt x="40396" y="152"/>
                  <a:pt x="404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1"/>
          <p:cNvSpPr/>
          <p:nvPr/>
        </p:nvSpPr>
        <p:spPr>
          <a:xfrm rot="10800000" flipH="1">
            <a:off x="8480100" y="3238509"/>
            <a:ext cx="1171138" cy="1171138"/>
          </a:xfrm>
          <a:custGeom>
            <a:avLst/>
            <a:gdLst/>
            <a:ahLst/>
            <a:cxnLst/>
            <a:rect l="l" t="t" r="r" b="b"/>
            <a:pathLst>
              <a:path w="17174" h="17174" extrusionOk="0">
                <a:moveTo>
                  <a:pt x="8481" y="61"/>
                </a:moveTo>
                <a:cubicBezTo>
                  <a:pt x="3769" y="92"/>
                  <a:pt x="0" y="3982"/>
                  <a:pt x="30" y="8694"/>
                </a:cubicBezTo>
                <a:cubicBezTo>
                  <a:pt x="91" y="13405"/>
                  <a:pt x="3952" y="17174"/>
                  <a:pt x="8693" y="17144"/>
                </a:cubicBezTo>
                <a:cubicBezTo>
                  <a:pt x="13405" y="17083"/>
                  <a:pt x="17174" y="13223"/>
                  <a:pt x="17113" y="8481"/>
                </a:cubicBezTo>
                <a:cubicBezTo>
                  <a:pt x="17082" y="3770"/>
                  <a:pt x="13222" y="0"/>
                  <a:pt x="8481" y="6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1"/>
          <p:cNvSpPr/>
          <p:nvPr/>
        </p:nvSpPr>
        <p:spPr>
          <a:xfrm rot="10800000">
            <a:off x="0" y="0"/>
            <a:ext cx="3074544" cy="688502"/>
          </a:xfrm>
          <a:custGeom>
            <a:avLst/>
            <a:gdLst/>
            <a:ahLst/>
            <a:cxnLst/>
            <a:rect l="l" t="t" r="r" b="b"/>
            <a:pathLst>
              <a:path w="37418" h="8379" extrusionOk="0">
                <a:moveTo>
                  <a:pt x="22572" y="1"/>
                </a:moveTo>
                <a:cubicBezTo>
                  <a:pt x="21393" y="1"/>
                  <a:pt x="20222" y="250"/>
                  <a:pt x="19210" y="810"/>
                </a:cubicBezTo>
                <a:cubicBezTo>
                  <a:pt x="17478" y="1813"/>
                  <a:pt x="16840" y="2999"/>
                  <a:pt x="14803" y="3029"/>
                </a:cubicBezTo>
                <a:cubicBezTo>
                  <a:pt x="14741" y="3030"/>
                  <a:pt x="14680" y="3031"/>
                  <a:pt x="14618" y="3031"/>
                </a:cubicBezTo>
                <a:cubicBezTo>
                  <a:pt x="12381" y="3031"/>
                  <a:pt x="10367" y="2287"/>
                  <a:pt x="8235" y="2287"/>
                </a:cubicBezTo>
                <a:cubicBezTo>
                  <a:pt x="7343" y="2287"/>
                  <a:pt x="6430" y="2417"/>
                  <a:pt x="5472" y="2786"/>
                </a:cubicBezTo>
                <a:cubicBezTo>
                  <a:pt x="2706" y="3850"/>
                  <a:pt x="912" y="5704"/>
                  <a:pt x="0" y="8379"/>
                </a:cubicBezTo>
                <a:lnTo>
                  <a:pt x="37417" y="8379"/>
                </a:lnTo>
                <a:lnTo>
                  <a:pt x="37417" y="2178"/>
                </a:lnTo>
                <a:cubicBezTo>
                  <a:pt x="37357" y="2209"/>
                  <a:pt x="37296" y="2239"/>
                  <a:pt x="37235" y="2239"/>
                </a:cubicBezTo>
                <a:cubicBezTo>
                  <a:pt x="35732" y="2814"/>
                  <a:pt x="34489" y="3050"/>
                  <a:pt x="33364" y="3050"/>
                </a:cubicBezTo>
                <a:cubicBezTo>
                  <a:pt x="30805" y="3050"/>
                  <a:pt x="28856" y="1832"/>
                  <a:pt x="25837" y="628"/>
                </a:cubicBezTo>
                <a:cubicBezTo>
                  <a:pt x="24828" y="227"/>
                  <a:pt x="23696" y="1"/>
                  <a:pt x="225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1"/>
          <p:cNvSpPr/>
          <p:nvPr/>
        </p:nvSpPr>
        <p:spPr>
          <a:xfrm rot="10800000" flipH="1">
            <a:off x="-878425" y="117001"/>
            <a:ext cx="1383300" cy="1383300"/>
          </a:xfrm>
          <a:prstGeom prst="ellipse">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4">
  <p:cSld name="CAPTION_ONLY_1_2_1">
    <p:spTree>
      <p:nvGrpSpPr>
        <p:cNvPr id="1" name="Shape 242"/>
        <p:cNvGrpSpPr/>
        <p:nvPr/>
      </p:nvGrpSpPr>
      <p:grpSpPr>
        <a:xfrm>
          <a:off x="0" y="0"/>
          <a:ext cx="0" cy="0"/>
          <a:chOff x="0" y="0"/>
          <a:chExt cx="0" cy="0"/>
        </a:xfrm>
      </p:grpSpPr>
      <p:sp>
        <p:nvSpPr>
          <p:cNvPr id="243" name="Google Shape;243;p32"/>
          <p:cNvSpPr/>
          <p:nvPr/>
        </p:nvSpPr>
        <p:spPr>
          <a:xfrm>
            <a:off x="-109825" y="4039800"/>
            <a:ext cx="1987184" cy="1213853"/>
          </a:xfrm>
          <a:custGeom>
            <a:avLst/>
            <a:gdLst/>
            <a:ahLst/>
            <a:cxnLst/>
            <a:rect l="l" t="t" r="r" b="b"/>
            <a:pathLst>
              <a:path w="19805" h="12098" extrusionOk="0">
                <a:moveTo>
                  <a:pt x="1" y="1"/>
                </a:moveTo>
                <a:lnTo>
                  <a:pt x="1" y="8410"/>
                </a:lnTo>
                <a:cubicBezTo>
                  <a:pt x="1" y="10453"/>
                  <a:pt x="1646" y="12098"/>
                  <a:pt x="3688" y="12098"/>
                </a:cubicBezTo>
                <a:lnTo>
                  <a:pt x="19804" y="12098"/>
                </a:lnTo>
                <a:lnTo>
                  <a:pt x="19008" y="11156"/>
                </a:lnTo>
                <a:cubicBezTo>
                  <a:pt x="17151" y="8927"/>
                  <a:pt x="14406" y="7641"/>
                  <a:pt x="11501" y="7641"/>
                </a:cubicBezTo>
                <a:lnTo>
                  <a:pt x="9790" y="7641"/>
                </a:lnTo>
                <a:lnTo>
                  <a:pt x="5956" y="2852"/>
                </a:lnTo>
                <a:cubicBezTo>
                  <a:pt x="4511" y="1049"/>
                  <a:pt x="2322" y="1"/>
                  <a:pt x="1" y="1"/>
                </a:cubicBezTo>
                <a:close/>
              </a:path>
            </a:pathLst>
          </a:custGeom>
          <a:solidFill>
            <a:srgbClr val="EBCA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2"/>
          <p:cNvSpPr/>
          <p:nvPr/>
        </p:nvSpPr>
        <p:spPr>
          <a:xfrm rot="-5400000">
            <a:off x="7591865" y="51283"/>
            <a:ext cx="1838276" cy="1536906"/>
          </a:xfrm>
          <a:custGeom>
            <a:avLst/>
            <a:gdLst/>
            <a:ahLst/>
            <a:cxnLst/>
            <a:rect l="l" t="t" r="r" b="b"/>
            <a:pathLst>
              <a:path w="23545" h="19685" extrusionOk="0">
                <a:moveTo>
                  <a:pt x="23545" y="1"/>
                </a:moveTo>
                <a:cubicBezTo>
                  <a:pt x="21250" y="1"/>
                  <a:pt x="19088" y="1115"/>
                  <a:pt x="17735" y="2972"/>
                </a:cubicBezTo>
                <a:lnTo>
                  <a:pt x="10904" y="12442"/>
                </a:lnTo>
                <a:lnTo>
                  <a:pt x="10798" y="12442"/>
                </a:lnTo>
                <a:cubicBezTo>
                  <a:pt x="7442" y="12442"/>
                  <a:pt x="4299" y="14008"/>
                  <a:pt x="2269" y="16674"/>
                </a:cubicBezTo>
                <a:lnTo>
                  <a:pt x="1" y="19685"/>
                </a:lnTo>
                <a:lnTo>
                  <a:pt x="19539" y="19685"/>
                </a:lnTo>
                <a:cubicBezTo>
                  <a:pt x="21754" y="19685"/>
                  <a:pt x="23545" y="17894"/>
                  <a:pt x="23545" y="15679"/>
                </a:cubicBezTo>
                <a:lnTo>
                  <a:pt x="23545" y="1"/>
                </a:lnTo>
                <a:close/>
              </a:path>
            </a:pathLst>
          </a:custGeom>
          <a:solidFill>
            <a:srgbClr val="EBCA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2"/>
          <p:cNvSpPr/>
          <p:nvPr/>
        </p:nvSpPr>
        <p:spPr>
          <a:xfrm>
            <a:off x="-928001" y="-505343"/>
            <a:ext cx="1356217" cy="1356217"/>
          </a:xfrm>
          <a:custGeom>
            <a:avLst/>
            <a:gdLst/>
            <a:ahLst/>
            <a:cxnLst/>
            <a:rect l="l" t="t" r="r" b="b"/>
            <a:pathLst>
              <a:path w="15971" h="15971" fill="none" extrusionOk="0">
                <a:moveTo>
                  <a:pt x="15971" y="7986"/>
                </a:moveTo>
                <a:cubicBezTo>
                  <a:pt x="15971" y="12390"/>
                  <a:pt x="12389" y="15971"/>
                  <a:pt x="7986" y="15971"/>
                </a:cubicBezTo>
                <a:cubicBezTo>
                  <a:pt x="3569" y="15971"/>
                  <a:pt x="0" y="12390"/>
                  <a:pt x="0" y="7986"/>
                </a:cubicBezTo>
                <a:cubicBezTo>
                  <a:pt x="0" y="3569"/>
                  <a:pt x="3569" y="1"/>
                  <a:pt x="7986" y="1"/>
                </a:cubicBezTo>
                <a:cubicBezTo>
                  <a:pt x="12389" y="1"/>
                  <a:pt x="15971" y="3569"/>
                  <a:pt x="15971" y="7986"/>
                </a:cubicBezTo>
                <a:close/>
              </a:path>
            </a:pathLst>
          </a:custGeom>
          <a:noFill/>
          <a:ln w="19050" cap="flat" cmpd="sng">
            <a:solidFill>
              <a:schemeClr val="accent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2"/>
          <p:cNvSpPr/>
          <p:nvPr/>
        </p:nvSpPr>
        <p:spPr>
          <a:xfrm>
            <a:off x="8569779" y="4346120"/>
            <a:ext cx="1051084" cy="958159"/>
          </a:xfrm>
          <a:custGeom>
            <a:avLst/>
            <a:gdLst/>
            <a:ahLst/>
            <a:cxnLst/>
            <a:rect l="l" t="t" r="r" b="b"/>
            <a:pathLst>
              <a:path w="18505" h="16869" extrusionOk="0">
                <a:moveTo>
                  <a:pt x="9252" y="0"/>
                </a:moveTo>
                <a:cubicBezTo>
                  <a:pt x="7094" y="0"/>
                  <a:pt x="4935" y="823"/>
                  <a:pt x="3290" y="2467"/>
                </a:cubicBezTo>
                <a:cubicBezTo>
                  <a:pt x="1" y="5770"/>
                  <a:pt x="1" y="11102"/>
                  <a:pt x="3290" y="14392"/>
                </a:cubicBezTo>
                <a:cubicBezTo>
                  <a:pt x="4935" y="16043"/>
                  <a:pt x="7094" y="16869"/>
                  <a:pt x="9252" y="16869"/>
                </a:cubicBezTo>
                <a:cubicBezTo>
                  <a:pt x="11411" y="16869"/>
                  <a:pt x="13570" y="16043"/>
                  <a:pt x="15215" y="14392"/>
                </a:cubicBezTo>
                <a:cubicBezTo>
                  <a:pt x="18504" y="11102"/>
                  <a:pt x="18504" y="5770"/>
                  <a:pt x="15215" y="2467"/>
                </a:cubicBezTo>
                <a:cubicBezTo>
                  <a:pt x="13570" y="823"/>
                  <a:pt x="11411" y="0"/>
                  <a:pt x="92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800" cy="572700"/>
          </a:xfrm>
          <a:prstGeom prst="rect">
            <a:avLst/>
          </a:prstGeom>
          <a:noFill/>
          <a:ln>
            <a:noFill/>
          </a:ln>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1pPr>
            <a:lvl2pPr lvl="1">
              <a:lnSpc>
                <a:spcPct val="100000"/>
              </a:lnSpc>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2pPr>
            <a:lvl3pPr lvl="2">
              <a:lnSpc>
                <a:spcPct val="100000"/>
              </a:lnSpc>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3pPr>
            <a:lvl4pPr lvl="3">
              <a:lnSpc>
                <a:spcPct val="100000"/>
              </a:lnSpc>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4pPr>
            <a:lvl5pPr lvl="4">
              <a:lnSpc>
                <a:spcPct val="100000"/>
              </a:lnSpc>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5pPr>
            <a:lvl6pPr lvl="5">
              <a:lnSpc>
                <a:spcPct val="100000"/>
              </a:lnSpc>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6pPr>
            <a:lvl7pPr lvl="6">
              <a:lnSpc>
                <a:spcPct val="100000"/>
              </a:lnSpc>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7pPr>
            <a:lvl8pPr lvl="7">
              <a:lnSpc>
                <a:spcPct val="100000"/>
              </a:lnSpc>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8pPr>
            <a:lvl9pPr lvl="8">
              <a:lnSpc>
                <a:spcPct val="100000"/>
              </a:lnSpc>
              <a:spcBef>
                <a:spcPts val="0"/>
              </a:spcBef>
              <a:spcAft>
                <a:spcPts val="0"/>
              </a:spcAft>
              <a:buClr>
                <a:schemeClr val="dk1"/>
              </a:buClr>
              <a:buSzPts val="2800"/>
              <a:buFont typeface="Montserrat Black"/>
              <a:buNone/>
              <a:defRPr sz="2800">
                <a:solidFill>
                  <a:schemeClr val="dk1"/>
                </a:solidFill>
                <a:latin typeface="Montserrat Black"/>
                <a:ea typeface="Montserrat Black"/>
                <a:cs typeface="Montserrat Black"/>
                <a:sym typeface="Montserrat Black"/>
              </a:defRPr>
            </a:lvl9pPr>
          </a:lstStyle>
          <a:p>
            <a:endParaRPr/>
          </a:p>
        </p:txBody>
      </p:sp>
      <p:sp>
        <p:nvSpPr>
          <p:cNvPr id="7" name="Google Shape;7;p1"/>
          <p:cNvSpPr txBox="1">
            <a:spLocks noGrp="1"/>
          </p:cNvSpPr>
          <p:nvPr>
            <p:ph type="body" idx="1"/>
          </p:nvPr>
        </p:nvSpPr>
        <p:spPr>
          <a:xfrm>
            <a:off x="713225" y="1152475"/>
            <a:ext cx="7717800" cy="3416400"/>
          </a:xfrm>
          <a:prstGeom prst="rect">
            <a:avLst/>
          </a:prstGeom>
          <a:noFill/>
          <a:ln>
            <a:noFill/>
          </a:ln>
        </p:spPr>
        <p:txBody>
          <a:bodyPr spcFirstLastPara="1" wrap="square" lIns="91425" tIns="91425" rIns="91425" bIns="91425" anchor="ctr" anchorCtr="0">
            <a:noAutofit/>
          </a:bodyPr>
          <a:lstStyle>
            <a:lvl1pPr marL="457200" lvl="0" indent="-342900">
              <a:lnSpc>
                <a:spcPct val="100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00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00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00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00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00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00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00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00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5" r:id="rId4"/>
    <p:sldLayoutId id="2147483656" r:id="rId5"/>
    <p:sldLayoutId id="2147483657" r:id="rId6"/>
    <p:sldLayoutId id="2147483658" r:id="rId7"/>
    <p:sldLayoutId id="2147483659" r:id="rId8"/>
    <p:sldLayoutId id="2147483660" r:id="rId9"/>
    <p:sldLayoutId id="2147483662" r:id="rId10"/>
    <p:sldLayoutId id="2147483666" r:id="rId11"/>
    <p:sldLayoutId id="2147483675" r:id="rId12"/>
    <p:sldLayoutId id="2147483676" r:id="rId13"/>
    <p:sldLayoutId id="2147483677" r:id="rId14"/>
    <p:sldLayoutId id="2147483678"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247"/>
        <p:cNvGrpSpPr/>
        <p:nvPr/>
      </p:nvGrpSpPr>
      <p:grpSpPr>
        <a:xfrm>
          <a:off x="0" y="0"/>
          <a:ext cx="0" cy="0"/>
          <a:chOff x="0" y="0"/>
          <a:chExt cx="0" cy="0"/>
        </a:xfrm>
      </p:grpSpPr>
      <p:sp>
        <p:nvSpPr>
          <p:cNvPr id="248" name="Google Shape;248;p3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249" name="Google Shape;249;p3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5"/>
          <p:cNvSpPr txBox="1">
            <a:spLocks noGrp="1"/>
          </p:cNvSpPr>
          <p:nvPr>
            <p:ph type="ctrTitle"/>
          </p:nvPr>
        </p:nvSpPr>
        <p:spPr>
          <a:xfrm>
            <a:off x="2323908" y="1822428"/>
            <a:ext cx="6204300" cy="2125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CUNG CẤP GIẢI PHÁP ĐÀO TẠO ONLINE HIỆU QUẢ</a:t>
            </a:r>
            <a:endParaRPr/>
          </a:p>
        </p:txBody>
      </p:sp>
      <p:grpSp>
        <p:nvGrpSpPr>
          <p:cNvPr id="257" name="Google Shape;257;p35"/>
          <p:cNvGrpSpPr/>
          <p:nvPr/>
        </p:nvGrpSpPr>
        <p:grpSpPr>
          <a:xfrm>
            <a:off x="1777307" y="346686"/>
            <a:ext cx="3230805" cy="1532911"/>
            <a:chOff x="1791950" y="676698"/>
            <a:chExt cx="3230805" cy="1532911"/>
          </a:xfrm>
        </p:grpSpPr>
        <p:sp>
          <p:nvSpPr>
            <p:cNvPr id="258" name="Google Shape;258;p35"/>
            <p:cNvSpPr/>
            <p:nvPr/>
          </p:nvSpPr>
          <p:spPr>
            <a:xfrm>
              <a:off x="1791950" y="676698"/>
              <a:ext cx="2870260" cy="908909"/>
            </a:xfrm>
            <a:custGeom>
              <a:avLst/>
              <a:gdLst/>
              <a:ahLst/>
              <a:cxnLst/>
              <a:rect l="l" t="t" r="r" b="b"/>
              <a:pathLst>
                <a:path w="125861" h="29404" extrusionOk="0">
                  <a:moveTo>
                    <a:pt x="1419" y="29404"/>
                  </a:moveTo>
                  <a:cubicBezTo>
                    <a:pt x="1478" y="25006"/>
                    <a:pt x="-1850" y="7713"/>
                    <a:pt x="1775" y="3018"/>
                  </a:cubicBezTo>
                  <a:cubicBezTo>
                    <a:pt x="5400" y="-1677"/>
                    <a:pt x="4687" y="1532"/>
                    <a:pt x="23169" y="1235"/>
                  </a:cubicBezTo>
                  <a:cubicBezTo>
                    <a:pt x="41651" y="938"/>
                    <a:pt x="95553" y="-1261"/>
                    <a:pt x="112668" y="1235"/>
                  </a:cubicBezTo>
                  <a:cubicBezTo>
                    <a:pt x="129783" y="3731"/>
                    <a:pt x="123662" y="13715"/>
                    <a:pt x="125861" y="16211"/>
                  </a:cubicBezTo>
                </a:path>
              </a:pathLst>
            </a:custGeom>
            <a:noFill/>
            <a:ln w="9525" cap="flat" cmpd="sng">
              <a:solidFill>
                <a:schemeClr val="accent2"/>
              </a:solidFill>
              <a:prstDash val="solid"/>
              <a:round/>
              <a:headEnd type="none" w="med" len="med"/>
              <a:tailEnd type="none" w="med" len="med"/>
            </a:ln>
          </p:spPr>
        </p:sp>
        <p:sp>
          <p:nvSpPr>
            <p:cNvPr id="259" name="Google Shape;259;p35"/>
            <p:cNvSpPr/>
            <p:nvPr/>
          </p:nvSpPr>
          <p:spPr>
            <a:xfrm rot="10800000" flipH="1">
              <a:off x="4266200" y="1308576"/>
              <a:ext cx="756555" cy="901033"/>
            </a:xfrm>
            <a:custGeom>
              <a:avLst/>
              <a:gdLst/>
              <a:ahLst/>
              <a:cxnLst/>
              <a:rect l="l" t="t" r="r" b="b"/>
              <a:pathLst>
                <a:path w="9300" h="11076" extrusionOk="0">
                  <a:moveTo>
                    <a:pt x="4657" y="0"/>
                  </a:moveTo>
                  <a:cubicBezTo>
                    <a:pt x="2508" y="0"/>
                    <a:pt x="624" y="1207"/>
                    <a:pt x="266" y="3369"/>
                  </a:cubicBezTo>
                  <a:cubicBezTo>
                    <a:pt x="1" y="4988"/>
                    <a:pt x="624" y="6579"/>
                    <a:pt x="1553" y="7959"/>
                  </a:cubicBezTo>
                  <a:cubicBezTo>
                    <a:pt x="2481" y="9352"/>
                    <a:pt x="2694" y="11076"/>
                    <a:pt x="2694" y="11076"/>
                  </a:cubicBezTo>
                  <a:lnTo>
                    <a:pt x="6606" y="11076"/>
                  </a:lnTo>
                  <a:cubicBezTo>
                    <a:pt x="6606" y="11076"/>
                    <a:pt x="6819" y="9352"/>
                    <a:pt x="7747" y="7959"/>
                  </a:cubicBezTo>
                  <a:cubicBezTo>
                    <a:pt x="8676" y="6579"/>
                    <a:pt x="9299" y="4988"/>
                    <a:pt x="9034" y="3369"/>
                  </a:cubicBezTo>
                  <a:cubicBezTo>
                    <a:pt x="8676" y="1207"/>
                    <a:pt x="6792" y="0"/>
                    <a:pt x="46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5"/>
            <p:cNvSpPr/>
            <p:nvPr/>
          </p:nvSpPr>
          <p:spPr>
            <a:xfrm rot="10800000" flipH="1">
              <a:off x="4479904" y="1179069"/>
              <a:ext cx="329142" cy="143583"/>
            </a:xfrm>
            <a:custGeom>
              <a:avLst/>
              <a:gdLst/>
              <a:ahLst/>
              <a:cxnLst/>
              <a:rect l="l" t="t" r="r" b="b"/>
              <a:pathLst>
                <a:path w="4046" h="1765" extrusionOk="0">
                  <a:moveTo>
                    <a:pt x="0" y="0"/>
                  </a:moveTo>
                  <a:lnTo>
                    <a:pt x="0" y="1765"/>
                  </a:lnTo>
                  <a:lnTo>
                    <a:pt x="4046" y="1765"/>
                  </a:lnTo>
                  <a:lnTo>
                    <a:pt x="4046" y="0"/>
                  </a:lnTo>
                  <a:close/>
                </a:path>
              </a:pathLst>
            </a:custGeom>
            <a:solidFill>
              <a:srgbClr val="1A22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5"/>
            <p:cNvSpPr/>
            <p:nvPr/>
          </p:nvSpPr>
          <p:spPr>
            <a:xfrm rot="10800000" flipH="1">
              <a:off x="4458266" y="1431578"/>
              <a:ext cx="373478" cy="452143"/>
            </a:xfrm>
            <a:custGeom>
              <a:avLst/>
              <a:gdLst/>
              <a:ahLst/>
              <a:cxnLst/>
              <a:rect l="l" t="t" r="r" b="b"/>
              <a:pathLst>
                <a:path w="4591" h="5558" extrusionOk="0">
                  <a:moveTo>
                    <a:pt x="1871" y="345"/>
                  </a:moveTo>
                  <a:cubicBezTo>
                    <a:pt x="1951" y="438"/>
                    <a:pt x="2004" y="557"/>
                    <a:pt x="2004" y="690"/>
                  </a:cubicBezTo>
                  <a:cubicBezTo>
                    <a:pt x="2004" y="823"/>
                    <a:pt x="1951" y="942"/>
                    <a:pt x="1871" y="1035"/>
                  </a:cubicBezTo>
                  <a:cubicBezTo>
                    <a:pt x="1778" y="942"/>
                    <a:pt x="1739" y="823"/>
                    <a:pt x="1739" y="690"/>
                  </a:cubicBezTo>
                  <a:cubicBezTo>
                    <a:pt x="1739" y="557"/>
                    <a:pt x="1778" y="438"/>
                    <a:pt x="1871" y="345"/>
                  </a:cubicBezTo>
                  <a:close/>
                  <a:moveTo>
                    <a:pt x="2667" y="345"/>
                  </a:moveTo>
                  <a:cubicBezTo>
                    <a:pt x="2747" y="438"/>
                    <a:pt x="2800" y="557"/>
                    <a:pt x="2800" y="690"/>
                  </a:cubicBezTo>
                  <a:cubicBezTo>
                    <a:pt x="2800" y="823"/>
                    <a:pt x="2747" y="942"/>
                    <a:pt x="2667" y="1035"/>
                  </a:cubicBezTo>
                  <a:cubicBezTo>
                    <a:pt x="2587" y="942"/>
                    <a:pt x="2534" y="823"/>
                    <a:pt x="2534" y="690"/>
                  </a:cubicBezTo>
                  <a:cubicBezTo>
                    <a:pt x="2534" y="557"/>
                    <a:pt x="2587" y="438"/>
                    <a:pt x="2667" y="345"/>
                  </a:cubicBezTo>
                  <a:close/>
                  <a:moveTo>
                    <a:pt x="3476" y="358"/>
                  </a:moveTo>
                  <a:cubicBezTo>
                    <a:pt x="3542" y="451"/>
                    <a:pt x="3596" y="570"/>
                    <a:pt x="3596" y="690"/>
                  </a:cubicBezTo>
                  <a:cubicBezTo>
                    <a:pt x="3596" y="862"/>
                    <a:pt x="3503" y="1021"/>
                    <a:pt x="3370" y="1114"/>
                  </a:cubicBezTo>
                  <a:lnTo>
                    <a:pt x="3370" y="690"/>
                  </a:lnTo>
                  <a:cubicBezTo>
                    <a:pt x="3370" y="557"/>
                    <a:pt x="3410" y="451"/>
                    <a:pt x="3476" y="358"/>
                  </a:cubicBezTo>
                  <a:close/>
                  <a:moveTo>
                    <a:pt x="1075" y="332"/>
                  </a:moveTo>
                  <a:cubicBezTo>
                    <a:pt x="1155" y="425"/>
                    <a:pt x="1221" y="544"/>
                    <a:pt x="1221" y="690"/>
                  </a:cubicBezTo>
                  <a:lnTo>
                    <a:pt x="1221" y="1154"/>
                  </a:lnTo>
                  <a:lnTo>
                    <a:pt x="1208" y="1154"/>
                  </a:lnTo>
                  <a:cubicBezTo>
                    <a:pt x="1049" y="1061"/>
                    <a:pt x="943" y="889"/>
                    <a:pt x="943" y="690"/>
                  </a:cubicBezTo>
                  <a:cubicBezTo>
                    <a:pt x="943" y="544"/>
                    <a:pt x="996" y="425"/>
                    <a:pt x="1075" y="332"/>
                  </a:cubicBezTo>
                  <a:close/>
                  <a:moveTo>
                    <a:pt x="677" y="159"/>
                  </a:moveTo>
                  <a:cubicBezTo>
                    <a:pt x="784" y="159"/>
                    <a:pt x="876" y="186"/>
                    <a:pt x="956" y="239"/>
                  </a:cubicBezTo>
                  <a:cubicBezTo>
                    <a:pt x="850" y="358"/>
                    <a:pt x="784" y="517"/>
                    <a:pt x="784" y="690"/>
                  </a:cubicBezTo>
                  <a:cubicBezTo>
                    <a:pt x="784" y="902"/>
                    <a:pt x="876" y="1088"/>
                    <a:pt x="1036" y="1220"/>
                  </a:cubicBezTo>
                  <a:lnTo>
                    <a:pt x="677" y="1220"/>
                  </a:lnTo>
                  <a:cubicBezTo>
                    <a:pt x="386" y="1220"/>
                    <a:pt x="147" y="982"/>
                    <a:pt x="147" y="690"/>
                  </a:cubicBezTo>
                  <a:cubicBezTo>
                    <a:pt x="147" y="398"/>
                    <a:pt x="386" y="159"/>
                    <a:pt x="677" y="159"/>
                  </a:cubicBezTo>
                  <a:close/>
                  <a:moveTo>
                    <a:pt x="1473" y="159"/>
                  </a:moveTo>
                  <a:cubicBezTo>
                    <a:pt x="1566" y="159"/>
                    <a:pt x="1672" y="186"/>
                    <a:pt x="1752" y="239"/>
                  </a:cubicBezTo>
                  <a:cubicBezTo>
                    <a:pt x="1646" y="358"/>
                    <a:pt x="1579" y="517"/>
                    <a:pt x="1579" y="690"/>
                  </a:cubicBezTo>
                  <a:cubicBezTo>
                    <a:pt x="1579" y="862"/>
                    <a:pt x="1646" y="1021"/>
                    <a:pt x="1752" y="1141"/>
                  </a:cubicBezTo>
                  <a:cubicBezTo>
                    <a:pt x="1672" y="1194"/>
                    <a:pt x="1566" y="1220"/>
                    <a:pt x="1473" y="1220"/>
                  </a:cubicBezTo>
                  <a:cubicBezTo>
                    <a:pt x="1433" y="1220"/>
                    <a:pt x="1407" y="1207"/>
                    <a:pt x="1367" y="1207"/>
                  </a:cubicBezTo>
                  <a:lnTo>
                    <a:pt x="1367" y="690"/>
                  </a:lnTo>
                  <a:cubicBezTo>
                    <a:pt x="1367" y="517"/>
                    <a:pt x="1301" y="358"/>
                    <a:pt x="1195" y="239"/>
                  </a:cubicBezTo>
                  <a:cubicBezTo>
                    <a:pt x="1274" y="186"/>
                    <a:pt x="1367" y="159"/>
                    <a:pt x="1473" y="159"/>
                  </a:cubicBezTo>
                  <a:close/>
                  <a:moveTo>
                    <a:pt x="2269" y="159"/>
                  </a:moveTo>
                  <a:cubicBezTo>
                    <a:pt x="2362" y="159"/>
                    <a:pt x="2455" y="186"/>
                    <a:pt x="2548" y="239"/>
                  </a:cubicBezTo>
                  <a:cubicBezTo>
                    <a:pt x="2442" y="358"/>
                    <a:pt x="2375" y="517"/>
                    <a:pt x="2375" y="690"/>
                  </a:cubicBezTo>
                  <a:cubicBezTo>
                    <a:pt x="2375" y="862"/>
                    <a:pt x="2442" y="1008"/>
                    <a:pt x="2548" y="1141"/>
                  </a:cubicBezTo>
                  <a:cubicBezTo>
                    <a:pt x="2455" y="1194"/>
                    <a:pt x="2362" y="1220"/>
                    <a:pt x="2269" y="1220"/>
                  </a:cubicBezTo>
                  <a:cubicBezTo>
                    <a:pt x="2163" y="1220"/>
                    <a:pt x="2070" y="1194"/>
                    <a:pt x="1977" y="1141"/>
                  </a:cubicBezTo>
                  <a:cubicBezTo>
                    <a:pt x="2083" y="1021"/>
                    <a:pt x="2150" y="862"/>
                    <a:pt x="2150" y="690"/>
                  </a:cubicBezTo>
                  <a:cubicBezTo>
                    <a:pt x="2150" y="517"/>
                    <a:pt x="2083" y="358"/>
                    <a:pt x="1977" y="239"/>
                  </a:cubicBezTo>
                  <a:cubicBezTo>
                    <a:pt x="2070" y="186"/>
                    <a:pt x="2163" y="159"/>
                    <a:pt x="2269" y="159"/>
                  </a:cubicBezTo>
                  <a:close/>
                  <a:moveTo>
                    <a:pt x="3065" y="159"/>
                  </a:moveTo>
                  <a:cubicBezTo>
                    <a:pt x="3171" y="159"/>
                    <a:pt x="3277" y="186"/>
                    <a:pt x="3370" y="252"/>
                  </a:cubicBezTo>
                  <a:cubicBezTo>
                    <a:pt x="3264" y="372"/>
                    <a:pt x="3211" y="517"/>
                    <a:pt x="3211" y="690"/>
                  </a:cubicBezTo>
                  <a:lnTo>
                    <a:pt x="3211" y="1194"/>
                  </a:lnTo>
                  <a:cubicBezTo>
                    <a:pt x="3158" y="1207"/>
                    <a:pt x="3118" y="1220"/>
                    <a:pt x="3065" y="1220"/>
                  </a:cubicBezTo>
                  <a:cubicBezTo>
                    <a:pt x="2959" y="1220"/>
                    <a:pt x="2866" y="1194"/>
                    <a:pt x="2786" y="1141"/>
                  </a:cubicBezTo>
                  <a:cubicBezTo>
                    <a:pt x="2879" y="1021"/>
                    <a:pt x="2946" y="862"/>
                    <a:pt x="2946" y="690"/>
                  </a:cubicBezTo>
                  <a:cubicBezTo>
                    <a:pt x="2946" y="517"/>
                    <a:pt x="2879" y="358"/>
                    <a:pt x="2786" y="239"/>
                  </a:cubicBezTo>
                  <a:cubicBezTo>
                    <a:pt x="2866" y="186"/>
                    <a:pt x="2959" y="159"/>
                    <a:pt x="3065" y="159"/>
                  </a:cubicBezTo>
                  <a:close/>
                  <a:moveTo>
                    <a:pt x="3901" y="159"/>
                  </a:moveTo>
                  <a:cubicBezTo>
                    <a:pt x="4192" y="159"/>
                    <a:pt x="4431" y="398"/>
                    <a:pt x="4431" y="690"/>
                  </a:cubicBezTo>
                  <a:cubicBezTo>
                    <a:pt x="4431" y="982"/>
                    <a:pt x="4192" y="1220"/>
                    <a:pt x="3901" y="1220"/>
                  </a:cubicBezTo>
                  <a:lnTo>
                    <a:pt x="3489" y="1220"/>
                  </a:lnTo>
                  <a:cubicBezTo>
                    <a:pt x="3649" y="1088"/>
                    <a:pt x="3755" y="902"/>
                    <a:pt x="3755" y="690"/>
                  </a:cubicBezTo>
                  <a:cubicBezTo>
                    <a:pt x="3755" y="517"/>
                    <a:pt x="3688" y="372"/>
                    <a:pt x="3596" y="252"/>
                  </a:cubicBezTo>
                  <a:cubicBezTo>
                    <a:pt x="3675" y="199"/>
                    <a:pt x="3781" y="159"/>
                    <a:pt x="3901" y="159"/>
                  </a:cubicBezTo>
                  <a:close/>
                  <a:moveTo>
                    <a:pt x="677" y="0"/>
                  </a:moveTo>
                  <a:cubicBezTo>
                    <a:pt x="306" y="0"/>
                    <a:pt x="1" y="305"/>
                    <a:pt x="1" y="690"/>
                  </a:cubicBezTo>
                  <a:cubicBezTo>
                    <a:pt x="1" y="1061"/>
                    <a:pt x="306" y="1366"/>
                    <a:pt x="677" y="1366"/>
                  </a:cubicBezTo>
                  <a:lnTo>
                    <a:pt x="1208" y="1366"/>
                  </a:lnTo>
                  <a:lnTo>
                    <a:pt x="1208" y="5558"/>
                  </a:lnTo>
                  <a:lnTo>
                    <a:pt x="1367" y="5558"/>
                  </a:lnTo>
                  <a:lnTo>
                    <a:pt x="1367" y="1366"/>
                  </a:lnTo>
                  <a:lnTo>
                    <a:pt x="1473" y="1366"/>
                  </a:lnTo>
                  <a:cubicBezTo>
                    <a:pt x="1619" y="1366"/>
                    <a:pt x="1752" y="1327"/>
                    <a:pt x="1871" y="1247"/>
                  </a:cubicBezTo>
                  <a:cubicBezTo>
                    <a:pt x="1977" y="1327"/>
                    <a:pt x="2110" y="1366"/>
                    <a:pt x="2269" y="1366"/>
                  </a:cubicBezTo>
                  <a:cubicBezTo>
                    <a:pt x="2415" y="1366"/>
                    <a:pt x="2548" y="1327"/>
                    <a:pt x="2667" y="1247"/>
                  </a:cubicBezTo>
                  <a:cubicBezTo>
                    <a:pt x="2773" y="1327"/>
                    <a:pt x="2906" y="1366"/>
                    <a:pt x="3065" y="1366"/>
                  </a:cubicBezTo>
                  <a:cubicBezTo>
                    <a:pt x="3105" y="1366"/>
                    <a:pt x="3158" y="1366"/>
                    <a:pt x="3211" y="1353"/>
                  </a:cubicBezTo>
                  <a:lnTo>
                    <a:pt x="3211" y="1366"/>
                  </a:lnTo>
                  <a:lnTo>
                    <a:pt x="3211" y="5505"/>
                  </a:lnTo>
                  <a:lnTo>
                    <a:pt x="3370" y="5505"/>
                  </a:lnTo>
                  <a:lnTo>
                    <a:pt x="3370" y="1366"/>
                  </a:lnTo>
                  <a:lnTo>
                    <a:pt x="3901" y="1366"/>
                  </a:lnTo>
                  <a:cubicBezTo>
                    <a:pt x="4272" y="1366"/>
                    <a:pt x="4577" y="1061"/>
                    <a:pt x="4577" y="690"/>
                  </a:cubicBezTo>
                  <a:cubicBezTo>
                    <a:pt x="4590" y="305"/>
                    <a:pt x="4272" y="0"/>
                    <a:pt x="3901" y="0"/>
                  </a:cubicBezTo>
                  <a:cubicBezTo>
                    <a:pt x="3741" y="0"/>
                    <a:pt x="3596" y="53"/>
                    <a:pt x="3476" y="146"/>
                  </a:cubicBezTo>
                  <a:cubicBezTo>
                    <a:pt x="3370" y="53"/>
                    <a:pt x="3224" y="0"/>
                    <a:pt x="3065" y="0"/>
                  </a:cubicBezTo>
                  <a:cubicBezTo>
                    <a:pt x="2906" y="0"/>
                    <a:pt x="2773" y="53"/>
                    <a:pt x="2667" y="133"/>
                  </a:cubicBezTo>
                  <a:cubicBezTo>
                    <a:pt x="2548" y="53"/>
                    <a:pt x="2415" y="0"/>
                    <a:pt x="2269" y="0"/>
                  </a:cubicBezTo>
                  <a:cubicBezTo>
                    <a:pt x="2110" y="0"/>
                    <a:pt x="1977" y="53"/>
                    <a:pt x="1871" y="133"/>
                  </a:cubicBezTo>
                  <a:cubicBezTo>
                    <a:pt x="1752" y="53"/>
                    <a:pt x="1619" y="0"/>
                    <a:pt x="1473" y="0"/>
                  </a:cubicBezTo>
                  <a:cubicBezTo>
                    <a:pt x="1327" y="0"/>
                    <a:pt x="1181" y="53"/>
                    <a:pt x="1075" y="120"/>
                  </a:cubicBezTo>
                  <a:cubicBezTo>
                    <a:pt x="969" y="53"/>
                    <a:pt x="823" y="0"/>
                    <a:pt x="677" y="0"/>
                  </a:cubicBezTo>
                  <a:close/>
                </a:path>
              </a:pathLst>
            </a:custGeom>
            <a:solidFill>
              <a:srgbClr val="FFF0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5"/>
            <p:cNvSpPr/>
            <p:nvPr/>
          </p:nvSpPr>
          <p:spPr>
            <a:xfrm rot="10800000" flipH="1">
              <a:off x="4458266" y="1007503"/>
              <a:ext cx="373478" cy="227780"/>
            </a:xfrm>
            <a:custGeom>
              <a:avLst/>
              <a:gdLst/>
              <a:ahLst/>
              <a:cxnLst/>
              <a:rect l="l" t="t" r="r" b="b"/>
              <a:pathLst>
                <a:path w="4591" h="2800" extrusionOk="0">
                  <a:moveTo>
                    <a:pt x="1" y="1"/>
                  </a:moveTo>
                  <a:lnTo>
                    <a:pt x="1" y="1778"/>
                  </a:lnTo>
                  <a:cubicBezTo>
                    <a:pt x="1" y="2123"/>
                    <a:pt x="266" y="2402"/>
                    <a:pt x="611" y="2402"/>
                  </a:cubicBezTo>
                  <a:lnTo>
                    <a:pt x="1168" y="2402"/>
                  </a:lnTo>
                  <a:lnTo>
                    <a:pt x="1168" y="2800"/>
                  </a:lnTo>
                  <a:lnTo>
                    <a:pt x="3423" y="2800"/>
                  </a:lnTo>
                  <a:lnTo>
                    <a:pt x="3423" y="2402"/>
                  </a:lnTo>
                  <a:lnTo>
                    <a:pt x="3967" y="2402"/>
                  </a:lnTo>
                  <a:cubicBezTo>
                    <a:pt x="4312" y="2402"/>
                    <a:pt x="4590" y="2123"/>
                    <a:pt x="4590" y="1778"/>
                  </a:cubicBezTo>
                  <a:lnTo>
                    <a:pt x="4590" y="1"/>
                  </a:lnTo>
                  <a:close/>
                </a:path>
              </a:pathLst>
            </a:custGeom>
            <a:solidFill>
              <a:srgbClr val="945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3" name="Google Shape;263;p35"/>
          <p:cNvSpPr/>
          <p:nvPr/>
        </p:nvSpPr>
        <p:spPr>
          <a:xfrm rot="10800000" flipH="1">
            <a:off x="4553282" y="1039880"/>
            <a:ext cx="164083" cy="81"/>
          </a:xfrm>
          <a:custGeom>
            <a:avLst/>
            <a:gdLst/>
            <a:ahLst/>
            <a:cxnLst/>
            <a:rect l="l" t="t" r="r" b="b"/>
            <a:pathLst>
              <a:path w="2017" h="1" fill="none" extrusionOk="0">
                <a:moveTo>
                  <a:pt x="0" y="1"/>
                </a:moveTo>
                <a:lnTo>
                  <a:pt x="2016" y="1"/>
                </a:lnTo>
              </a:path>
            </a:pathLst>
          </a:custGeom>
          <a:noFill/>
          <a:ln w="1650" cap="flat" cmpd="sng">
            <a:solidFill>
              <a:srgbClr val="44444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4" name="Google Shape;264;p35"/>
          <p:cNvGrpSpPr/>
          <p:nvPr/>
        </p:nvGrpSpPr>
        <p:grpSpPr>
          <a:xfrm flipH="1">
            <a:off x="713223" y="1031064"/>
            <a:ext cx="2233684" cy="3434247"/>
            <a:chOff x="2653224" y="645065"/>
            <a:chExt cx="1759915" cy="2706262"/>
          </a:xfrm>
        </p:grpSpPr>
        <p:sp>
          <p:nvSpPr>
            <p:cNvPr id="265" name="Google Shape;265;p35"/>
            <p:cNvSpPr/>
            <p:nvPr/>
          </p:nvSpPr>
          <p:spPr>
            <a:xfrm>
              <a:off x="2879782" y="647181"/>
              <a:ext cx="1299241" cy="1299241"/>
            </a:xfrm>
            <a:custGeom>
              <a:avLst/>
              <a:gdLst/>
              <a:ahLst/>
              <a:cxnLst/>
              <a:rect l="l" t="t" r="r" b="b"/>
              <a:pathLst>
                <a:path w="15971" h="15971" fill="none" extrusionOk="0">
                  <a:moveTo>
                    <a:pt x="15971" y="7986"/>
                  </a:moveTo>
                  <a:cubicBezTo>
                    <a:pt x="15971" y="12390"/>
                    <a:pt x="12389" y="15971"/>
                    <a:pt x="7986" y="15971"/>
                  </a:cubicBezTo>
                  <a:cubicBezTo>
                    <a:pt x="3569" y="15971"/>
                    <a:pt x="0" y="12390"/>
                    <a:pt x="0" y="7986"/>
                  </a:cubicBezTo>
                  <a:cubicBezTo>
                    <a:pt x="0" y="3569"/>
                    <a:pt x="3569" y="1"/>
                    <a:pt x="7986" y="1"/>
                  </a:cubicBezTo>
                  <a:cubicBezTo>
                    <a:pt x="12389" y="1"/>
                    <a:pt x="15971" y="3569"/>
                    <a:pt x="15971" y="7986"/>
                  </a:cubicBezTo>
                  <a:close/>
                </a:path>
              </a:pathLst>
            </a:custGeom>
            <a:noFill/>
            <a:ln w="19050" cap="flat" cmpd="sng">
              <a:solidFill>
                <a:srgbClr val="EBCAB3"/>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5"/>
            <p:cNvSpPr/>
            <p:nvPr/>
          </p:nvSpPr>
          <p:spPr>
            <a:xfrm>
              <a:off x="3871429" y="645065"/>
              <a:ext cx="541710" cy="700342"/>
            </a:xfrm>
            <a:custGeom>
              <a:avLst/>
              <a:gdLst/>
              <a:ahLst/>
              <a:cxnLst/>
              <a:rect l="l" t="t" r="r" b="b"/>
              <a:pathLst>
                <a:path w="6659" h="8609" extrusionOk="0">
                  <a:moveTo>
                    <a:pt x="0" y="0"/>
                  </a:moveTo>
                  <a:lnTo>
                    <a:pt x="0" y="8609"/>
                  </a:lnTo>
                  <a:lnTo>
                    <a:pt x="6659" y="8609"/>
                  </a:lnTo>
                  <a:lnTo>
                    <a:pt x="665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5"/>
            <p:cNvSpPr/>
            <p:nvPr/>
          </p:nvSpPr>
          <p:spPr>
            <a:xfrm>
              <a:off x="3925364" y="708681"/>
              <a:ext cx="252592" cy="51901"/>
            </a:xfrm>
            <a:custGeom>
              <a:avLst/>
              <a:gdLst/>
              <a:ahLst/>
              <a:cxnLst/>
              <a:rect l="l" t="t" r="r" b="b"/>
              <a:pathLst>
                <a:path w="3105" h="638" fill="none" extrusionOk="0">
                  <a:moveTo>
                    <a:pt x="2786" y="638"/>
                  </a:moveTo>
                  <a:lnTo>
                    <a:pt x="319" y="638"/>
                  </a:lnTo>
                  <a:cubicBezTo>
                    <a:pt x="146" y="638"/>
                    <a:pt x="0" y="505"/>
                    <a:pt x="0" y="319"/>
                  </a:cubicBezTo>
                  <a:lnTo>
                    <a:pt x="0" y="319"/>
                  </a:lnTo>
                  <a:cubicBezTo>
                    <a:pt x="0" y="147"/>
                    <a:pt x="146" y="1"/>
                    <a:pt x="319" y="1"/>
                  </a:cubicBezTo>
                  <a:lnTo>
                    <a:pt x="2786" y="1"/>
                  </a:lnTo>
                  <a:cubicBezTo>
                    <a:pt x="2972" y="1"/>
                    <a:pt x="3104" y="147"/>
                    <a:pt x="3104" y="319"/>
                  </a:cubicBezTo>
                  <a:lnTo>
                    <a:pt x="3104" y="319"/>
                  </a:lnTo>
                  <a:cubicBezTo>
                    <a:pt x="3104" y="505"/>
                    <a:pt x="2972" y="638"/>
                    <a:pt x="2786" y="638"/>
                  </a:cubicBezTo>
                  <a:close/>
                </a:path>
              </a:pathLst>
            </a:custGeom>
            <a:noFill/>
            <a:ln w="9525" cap="flat" cmpd="sng">
              <a:solidFill>
                <a:srgbClr val="FFF0DE"/>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5"/>
            <p:cNvSpPr/>
            <p:nvPr/>
          </p:nvSpPr>
          <p:spPr>
            <a:xfrm>
              <a:off x="3925364" y="826313"/>
              <a:ext cx="433840" cy="31401"/>
            </a:xfrm>
            <a:custGeom>
              <a:avLst/>
              <a:gdLst/>
              <a:ahLst/>
              <a:cxnLst/>
              <a:rect l="l" t="t" r="r" b="b"/>
              <a:pathLst>
                <a:path w="5333" h="386" fill="none" extrusionOk="0">
                  <a:moveTo>
                    <a:pt x="5147" y="385"/>
                  </a:moveTo>
                  <a:lnTo>
                    <a:pt x="186" y="385"/>
                  </a:lnTo>
                  <a:cubicBezTo>
                    <a:pt x="80" y="385"/>
                    <a:pt x="0" y="293"/>
                    <a:pt x="0" y="186"/>
                  </a:cubicBezTo>
                  <a:lnTo>
                    <a:pt x="0" y="186"/>
                  </a:lnTo>
                  <a:cubicBezTo>
                    <a:pt x="0" y="80"/>
                    <a:pt x="80" y="1"/>
                    <a:pt x="186" y="1"/>
                  </a:cubicBezTo>
                  <a:lnTo>
                    <a:pt x="5147" y="1"/>
                  </a:lnTo>
                  <a:cubicBezTo>
                    <a:pt x="5253" y="1"/>
                    <a:pt x="5333" y="80"/>
                    <a:pt x="5333" y="186"/>
                  </a:cubicBezTo>
                  <a:lnTo>
                    <a:pt x="5333" y="186"/>
                  </a:lnTo>
                  <a:cubicBezTo>
                    <a:pt x="5333" y="293"/>
                    <a:pt x="5253" y="385"/>
                    <a:pt x="5147" y="385"/>
                  </a:cubicBezTo>
                  <a:close/>
                </a:path>
              </a:pathLst>
            </a:custGeom>
            <a:noFill/>
            <a:ln w="9525" cap="flat" cmpd="sng">
              <a:solidFill>
                <a:srgbClr val="FFF0DE"/>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5"/>
            <p:cNvSpPr/>
            <p:nvPr/>
          </p:nvSpPr>
          <p:spPr>
            <a:xfrm>
              <a:off x="3925364" y="910510"/>
              <a:ext cx="433840" cy="31401"/>
            </a:xfrm>
            <a:custGeom>
              <a:avLst/>
              <a:gdLst/>
              <a:ahLst/>
              <a:cxnLst/>
              <a:rect l="l" t="t" r="r" b="b"/>
              <a:pathLst>
                <a:path w="5333" h="386" fill="none" extrusionOk="0">
                  <a:moveTo>
                    <a:pt x="5147" y="385"/>
                  </a:moveTo>
                  <a:lnTo>
                    <a:pt x="186" y="385"/>
                  </a:lnTo>
                  <a:cubicBezTo>
                    <a:pt x="80" y="385"/>
                    <a:pt x="0" y="305"/>
                    <a:pt x="0" y="199"/>
                  </a:cubicBezTo>
                  <a:lnTo>
                    <a:pt x="0" y="199"/>
                  </a:lnTo>
                  <a:cubicBezTo>
                    <a:pt x="0" y="93"/>
                    <a:pt x="80" y="0"/>
                    <a:pt x="186" y="0"/>
                  </a:cubicBezTo>
                  <a:lnTo>
                    <a:pt x="5147" y="0"/>
                  </a:lnTo>
                  <a:cubicBezTo>
                    <a:pt x="5253" y="0"/>
                    <a:pt x="5333" y="93"/>
                    <a:pt x="5333" y="199"/>
                  </a:cubicBezTo>
                  <a:lnTo>
                    <a:pt x="5333" y="199"/>
                  </a:lnTo>
                  <a:cubicBezTo>
                    <a:pt x="5333" y="305"/>
                    <a:pt x="5253" y="385"/>
                    <a:pt x="5147" y="385"/>
                  </a:cubicBezTo>
                  <a:close/>
                </a:path>
              </a:pathLst>
            </a:custGeom>
            <a:noFill/>
            <a:ln w="9525" cap="flat" cmpd="sng">
              <a:solidFill>
                <a:srgbClr val="FFF0DE"/>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5"/>
            <p:cNvSpPr/>
            <p:nvPr/>
          </p:nvSpPr>
          <p:spPr>
            <a:xfrm>
              <a:off x="3925364" y="995764"/>
              <a:ext cx="433840" cy="31320"/>
            </a:xfrm>
            <a:custGeom>
              <a:avLst/>
              <a:gdLst/>
              <a:ahLst/>
              <a:cxnLst/>
              <a:rect l="l" t="t" r="r" b="b"/>
              <a:pathLst>
                <a:path w="5333" h="385" fill="none" extrusionOk="0">
                  <a:moveTo>
                    <a:pt x="5147" y="385"/>
                  </a:moveTo>
                  <a:lnTo>
                    <a:pt x="186" y="385"/>
                  </a:lnTo>
                  <a:cubicBezTo>
                    <a:pt x="80" y="385"/>
                    <a:pt x="0" y="292"/>
                    <a:pt x="0" y="186"/>
                  </a:cubicBezTo>
                  <a:lnTo>
                    <a:pt x="0" y="186"/>
                  </a:lnTo>
                  <a:cubicBezTo>
                    <a:pt x="0" y="80"/>
                    <a:pt x="80" y="0"/>
                    <a:pt x="186" y="0"/>
                  </a:cubicBezTo>
                  <a:lnTo>
                    <a:pt x="5147" y="0"/>
                  </a:lnTo>
                  <a:cubicBezTo>
                    <a:pt x="5253" y="0"/>
                    <a:pt x="5333" y="80"/>
                    <a:pt x="5333" y="186"/>
                  </a:cubicBezTo>
                  <a:lnTo>
                    <a:pt x="5333" y="186"/>
                  </a:lnTo>
                  <a:cubicBezTo>
                    <a:pt x="5333" y="292"/>
                    <a:pt x="5253" y="385"/>
                    <a:pt x="5147" y="385"/>
                  </a:cubicBezTo>
                  <a:close/>
                </a:path>
              </a:pathLst>
            </a:custGeom>
            <a:noFill/>
            <a:ln w="9525" cap="flat" cmpd="sng">
              <a:solidFill>
                <a:srgbClr val="FFF0DE"/>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5"/>
            <p:cNvSpPr/>
            <p:nvPr/>
          </p:nvSpPr>
          <p:spPr>
            <a:xfrm>
              <a:off x="3925364" y="1079880"/>
              <a:ext cx="433840" cy="31401"/>
            </a:xfrm>
            <a:custGeom>
              <a:avLst/>
              <a:gdLst/>
              <a:ahLst/>
              <a:cxnLst/>
              <a:rect l="l" t="t" r="r" b="b"/>
              <a:pathLst>
                <a:path w="5333" h="386" fill="none" extrusionOk="0">
                  <a:moveTo>
                    <a:pt x="5147" y="385"/>
                  </a:moveTo>
                  <a:lnTo>
                    <a:pt x="186" y="385"/>
                  </a:lnTo>
                  <a:cubicBezTo>
                    <a:pt x="80" y="385"/>
                    <a:pt x="0" y="306"/>
                    <a:pt x="0" y="200"/>
                  </a:cubicBezTo>
                  <a:lnTo>
                    <a:pt x="0" y="200"/>
                  </a:lnTo>
                  <a:cubicBezTo>
                    <a:pt x="0" y="94"/>
                    <a:pt x="80" y="1"/>
                    <a:pt x="186" y="1"/>
                  </a:cubicBezTo>
                  <a:lnTo>
                    <a:pt x="5147" y="1"/>
                  </a:lnTo>
                  <a:cubicBezTo>
                    <a:pt x="5253" y="1"/>
                    <a:pt x="5333" y="94"/>
                    <a:pt x="5333" y="200"/>
                  </a:cubicBezTo>
                  <a:lnTo>
                    <a:pt x="5333" y="200"/>
                  </a:lnTo>
                  <a:cubicBezTo>
                    <a:pt x="5333" y="306"/>
                    <a:pt x="5253" y="385"/>
                    <a:pt x="5147" y="385"/>
                  </a:cubicBezTo>
                  <a:close/>
                </a:path>
              </a:pathLst>
            </a:custGeom>
            <a:noFill/>
            <a:ln w="9525" cap="flat" cmpd="sng">
              <a:solidFill>
                <a:srgbClr val="FFF0DE"/>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5"/>
            <p:cNvSpPr/>
            <p:nvPr/>
          </p:nvSpPr>
          <p:spPr>
            <a:xfrm>
              <a:off x="4222126" y="1229889"/>
              <a:ext cx="119829" cy="229895"/>
            </a:xfrm>
            <a:custGeom>
              <a:avLst/>
              <a:gdLst/>
              <a:ahLst/>
              <a:cxnLst/>
              <a:rect l="l" t="t" r="r" b="b"/>
              <a:pathLst>
                <a:path w="1473" h="2826" extrusionOk="0">
                  <a:moveTo>
                    <a:pt x="0" y="1"/>
                  </a:moveTo>
                  <a:lnTo>
                    <a:pt x="0" y="2826"/>
                  </a:lnTo>
                  <a:lnTo>
                    <a:pt x="730" y="2255"/>
                  </a:lnTo>
                  <a:lnTo>
                    <a:pt x="1472" y="2826"/>
                  </a:lnTo>
                  <a:lnTo>
                    <a:pt x="1472" y="1"/>
                  </a:lnTo>
                  <a:close/>
                </a:path>
              </a:pathLst>
            </a:custGeom>
            <a:solidFill>
              <a:srgbClr val="945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5"/>
            <p:cNvSpPr/>
            <p:nvPr/>
          </p:nvSpPr>
          <p:spPr>
            <a:xfrm>
              <a:off x="4220987" y="1229889"/>
              <a:ext cx="120967" cy="104779"/>
            </a:xfrm>
            <a:custGeom>
              <a:avLst/>
              <a:gdLst/>
              <a:ahLst/>
              <a:cxnLst/>
              <a:rect l="l" t="t" r="r" b="b"/>
              <a:pathLst>
                <a:path w="1487" h="1288" extrusionOk="0">
                  <a:moveTo>
                    <a:pt x="1" y="1"/>
                  </a:moveTo>
                  <a:lnTo>
                    <a:pt x="1" y="1048"/>
                  </a:lnTo>
                  <a:lnTo>
                    <a:pt x="14" y="1048"/>
                  </a:lnTo>
                  <a:cubicBezTo>
                    <a:pt x="213" y="1194"/>
                    <a:pt x="478" y="1287"/>
                    <a:pt x="744" y="1287"/>
                  </a:cubicBezTo>
                  <a:cubicBezTo>
                    <a:pt x="1022" y="1287"/>
                    <a:pt x="1287" y="1194"/>
                    <a:pt x="1486" y="1048"/>
                  </a:cubicBezTo>
                  <a:lnTo>
                    <a:pt x="1486" y="1"/>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5"/>
            <p:cNvSpPr/>
            <p:nvPr/>
          </p:nvSpPr>
          <p:spPr>
            <a:xfrm>
              <a:off x="4204798" y="1152200"/>
              <a:ext cx="154402" cy="155460"/>
            </a:xfrm>
            <a:custGeom>
              <a:avLst/>
              <a:gdLst/>
              <a:ahLst/>
              <a:cxnLst/>
              <a:rect l="l" t="t" r="r" b="b"/>
              <a:pathLst>
                <a:path w="1898" h="1911" extrusionOk="0">
                  <a:moveTo>
                    <a:pt x="943" y="1"/>
                  </a:moveTo>
                  <a:cubicBezTo>
                    <a:pt x="425" y="1"/>
                    <a:pt x="1" y="438"/>
                    <a:pt x="1" y="956"/>
                  </a:cubicBezTo>
                  <a:cubicBezTo>
                    <a:pt x="1" y="1486"/>
                    <a:pt x="425" y="1911"/>
                    <a:pt x="943" y="1911"/>
                  </a:cubicBezTo>
                  <a:cubicBezTo>
                    <a:pt x="1473" y="1911"/>
                    <a:pt x="1898" y="1486"/>
                    <a:pt x="1898" y="956"/>
                  </a:cubicBezTo>
                  <a:cubicBezTo>
                    <a:pt x="1898" y="438"/>
                    <a:pt x="1473" y="1"/>
                    <a:pt x="943" y="1"/>
                  </a:cubicBezTo>
                  <a:close/>
                </a:path>
              </a:pathLst>
            </a:custGeom>
            <a:solidFill>
              <a:srgbClr val="945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5"/>
            <p:cNvSpPr/>
            <p:nvPr/>
          </p:nvSpPr>
          <p:spPr>
            <a:xfrm>
              <a:off x="4232864" y="1181323"/>
              <a:ext cx="98271" cy="98271"/>
            </a:xfrm>
            <a:custGeom>
              <a:avLst/>
              <a:gdLst/>
              <a:ahLst/>
              <a:cxnLst/>
              <a:rect l="l" t="t" r="r" b="b"/>
              <a:pathLst>
                <a:path w="1208" h="1208" fill="none" extrusionOk="0">
                  <a:moveTo>
                    <a:pt x="1208" y="598"/>
                  </a:moveTo>
                  <a:cubicBezTo>
                    <a:pt x="1208" y="929"/>
                    <a:pt x="943" y="1208"/>
                    <a:pt x="611" y="1208"/>
                  </a:cubicBezTo>
                  <a:cubicBezTo>
                    <a:pt x="266" y="1208"/>
                    <a:pt x="1" y="929"/>
                    <a:pt x="1" y="598"/>
                  </a:cubicBezTo>
                  <a:cubicBezTo>
                    <a:pt x="1" y="266"/>
                    <a:pt x="266" y="1"/>
                    <a:pt x="611" y="1"/>
                  </a:cubicBezTo>
                  <a:cubicBezTo>
                    <a:pt x="943" y="1"/>
                    <a:pt x="1208" y="266"/>
                    <a:pt x="1208" y="598"/>
                  </a:cubicBezTo>
                  <a:close/>
                </a:path>
              </a:pathLst>
            </a:custGeom>
            <a:noFill/>
            <a:ln w="9525" cap="flat" cmpd="sng">
              <a:solidFill>
                <a:srgbClr val="FFF0DE"/>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5"/>
            <p:cNvSpPr/>
            <p:nvPr/>
          </p:nvSpPr>
          <p:spPr>
            <a:xfrm>
              <a:off x="3187282" y="3226130"/>
              <a:ext cx="323854" cy="125198"/>
            </a:xfrm>
            <a:custGeom>
              <a:avLst/>
              <a:gdLst/>
              <a:ahLst/>
              <a:cxnLst/>
              <a:rect l="l" t="t" r="r" b="b"/>
              <a:pathLst>
                <a:path w="3981" h="1539" extrusionOk="0">
                  <a:moveTo>
                    <a:pt x="3887" y="0"/>
                  </a:moveTo>
                  <a:lnTo>
                    <a:pt x="2468" y="53"/>
                  </a:lnTo>
                  <a:lnTo>
                    <a:pt x="1592" y="717"/>
                  </a:lnTo>
                  <a:cubicBezTo>
                    <a:pt x="1592" y="717"/>
                    <a:pt x="1" y="849"/>
                    <a:pt x="14" y="1114"/>
                  </a:cubicBezTo>
                  <a:cubicBezTo>
                    <a:pt x="14" y="1274"/>
                    <a:pt x="67" y="1539"/>
                    <a:pt x="1075" y="1539"/>
                  </a:cubicBezTo>
                  <a:cubicBezTo>
                    <a:pt x="2070" y="1539"/>
                    <a:pt x="2906" y="1194"/>
                    <a:pt x="2906" y="1194"/>
                  </a:cubicBezTo>
                  <a:lnTo>
                    <a:pt x="2906" y="1539"/>
                  </a:lnTo>
                  <a:lnTo>
                    <a:pt x="3980" y="1539"/>
                  </a:lnTo>
                  <a:lnTo>
                    <a:pt x="3887" y="0"/>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5"/>
            <p:cNvSpPr/>
            <p:nvPr/>
          </p:nvSpPr>
          <p:spPr>
            <a:xfrm>
              <a:off x="3719306" y="3226130"/>
              <a:ext cx="328085" cy="125198"/>
            </a:xfrm>
            <a:custGeom>
              <a:avLst/>
              <a:gdLst/>
              <a:ahLst/>
              <a:cxnLst/>
              <a:rect l="l" t="t" r="r" b="b"/>
              <a:pathLst>
                <a:path w="4033" h="1539" extrusionOk="0">
                  <a:moveTo>
                    <a:pt x="0" y="0"/>
                  </a:moveTo>
                  <a:lnTo>
                    <a:pt x="53" y="1539"/>
                  </a:lnTo>
                  <a:lnTo>
                    <a:pt x="1141" y="1539"/>
                  </a:lnTo>
                  <a:lnTo>
                    <a:pt x="1141" y="1194"/>
                  </a:lnTo>
                  <a:cubicBezTo>
                    <a:pt x="1141" y="1194"/>
                    <a:pt x="1963" y="1539"/>
                    <a:pt x="2971" y="1539"/>
                  </a:cubicBezTo>
                  <a:cubicBezTo>
                    <a:pt x="3966" y="1539"/>
                    <a:pt x="4032" y="1274"/>
                    <a:pt x="4032" y="1114"/>
                  </a:cubicBezTo>
                  <a:cubicBezTo>
                    <a:pt x="4032" y="849"/>
                    <a:pt x="2441" y="717"/>
                    <a:pt x="2441" y="717"/>
                  </a:cubicBezTo>
                  <a:lnTo>
                    <a:pt x="1565" y="53"/>
                  </a:lnTo>
                  <a:lnTo>
                    <a:pt x="0" y="0"/>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5"/>
            <p:cNvSpPr/>
            <p:nvPr/>
          </p:nvSpPr>
          <p:spPr>
            <a:xfrm>
              <a:off x="3273593" y="1881663"/>
              <a:ext cx="621677" cy="1367168"/>
            </a:xfrm>
            <a:custGeom>
              <a:avLst/>
              <a:gdLst/>
              <a:ahLst/>
              <a:cxnLst/>
              <a:rect l="l" t="t" r="r" b="b"/>
              <a:pathLst>
                <a:path w="7642" h="16806" extrusionOk="0">
                  <a:moveTo>
                    <a:pt x="1" y="0"/>
                  </a:moveTo>
                  <a:lnTo>
                    <a:pt x="757" y="16806"/>
                  </a:lnTo>
                  <a:lnTo>
                    <a:pt x="3158" y="16806"/>
                  </a:lnTo>
                  <a:lnTo>
                    <a:pt x="3503" y="186"/>
                  </a:lnTo>
                  <a:lnTo>
                    <a:pt x="5413" y="16806"/>
                  </a:lnTo>
                  <a:lnTo>
                    <a:pt x="7641" y="16806"/>
                  </a:lnTo>
                  <a:lnTo>
                    <a:pt x="7018" y="0"/>
                  </a:lnTo>
                  <a:close/>
                </a:path>
              </a:pathLst>
            </a:custGeom>
            <a:solidFill>
              <a:srgbClr val="3D48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5"/>
            <p:cNvSpPr/>
            <p:nvPr/>
          </p:nvSpPr>
          <p:spPr>
            <a:xfrm>
              <a:off x="3713856" y="2270108"/>
              <a:ext cx="321658" cy="81025"/>
            </a:xfrm>
            <a:custGeom>
              <a:avLst/>
              <a:gdLst/>
              <a:ahLst/>
              <a:cxnLst/>
              <a:rect l="l" t="t" r="r" b="b"/>
              <a:pathLst>
                <a:path w="3954" h="996" fill="none" extrusionOk="0">
                  <a:moveTo>
                    <a:pt x="1" y="995"/>
                  </a:moveTo>
                  <a:lnTo>
                    <a:pt x="3953" y="995"/>
                  </a:lnTo>
                  <a:cubicBezTo>
                    <a:pt x="3953" y="995"/>
                    <a:pt x="3025" y="0"/>
                    <a:pt x="1977" y="0"/>
                  </a:cubicBezTo>
                  <a:cubicBezTo>
                    <a:pt x="929" y="0"/>
                    <a:pt x="1" y="995"/>
                    <a:pt x="1" y="995"/>
                  </a:cubicBezTo>
                  <a:close/>
                </a:path>
              </a:pathLst>
            </a:custGeom>
            <a:noFill/>
            <a:ln w="4300" cap="flat" cmpd="sng">
              <a:solidFill>
                <a:srgbClr val="1A2263"/>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5"/>
            <p:cNvSpPr/>
            <p:nvPr/>
          </p:nvSpPr>
          <p:spPr>
            <a:xfrm>
              <a:off x="3812044" y="2154591"/>
              <a:ext cx="130648" cy="154809"/>
            </a:xfrm>
            <a:custGeom>
              <a:avLst/>
              <a:gdLst/>
              <a:ahLst/>
              <a:cxnLst/>
              <a:rect l="l" t="t" r="r" b="b"/>
              <a:pathLst>
                <a:path w="1606" h="1903" extrusionOk="0">
                  <a:moveTo>
                    <a:pt x="399" y="1"/>
                  </a:moveTo>
                  <a:lnTo>
                    <a:pt x="359" y="757"/>
                  </a:lnTo>
                  <a:cubicBezTo>
                    <a:pt x="359" y="757"/>
                    <a:pt x="54" y="969"/>
                    <a:pt x="27" y="1301"/>
                  </a:cubicBezTo>
                  <a:cubicBezTo>
                    <a:pt x="1" y="1632"/>
                    <a:pt x="226" y="1646"/>
                    <a:pt x="226" y="1646"/>
                  </a:cubicBezTo>
                  <a:lnTo>
                    <a:pt x="226" y="1712"/>
                  </a:lnTo>
                  <a:cubicBezTo>
                    <a:pt x="226" y="1817"/>
                    <a:pt x="309" y="1902"/>
                    <a:pt x="402" y="1902"/>
                  </a:cubicBezTo>
                  <a:cubicBezTo>
                    <a:pt x="414" y="1902"/>
                    <a:pt x="426" y="1901"/>
                    <a:pt x="438" y="1898"/>
                  </a:cubicBezTo>
                  <a:cubicBezTo>
                    <a:pt x="478" y="1898"/>
                    <a:pt x="518" y="1884"/>
                    <a:pt x="545" y="1858"/>
                  </a:cubicBezTo>
                  <a:cubicBezTo>
                    <a:pt x="545" y="1858"/>
                    <a:pt x="615" y="1893"/>
                    <a:pt x="710" y="1893"/>
                  </a:cubicBezTo>
                  <a:cubicBezTo>
                    <a:pt x="757" y="1893"/>
                    <a:pt x="810" y="1884"/>
                    <a:pt x="863" y="1858"/>
                  </a:cubicBezTo>
                  <a:cubicBezTo>
                    <a:pt x="863" y="1858"/>
                    <a:pt x="945" y="1899"/>
                    <a:pt x="1036" y="1899"/>
                  </a:cubicBezTo>
                  <a:cubicBezTo>
                    <a:pt x="1081" y="1899"/>
                    <a:pt x="1128" y="1889"/>
                    <a:pt x="1168" y="1858"/>
                  </a:cubicBezTo>
                  <a:cubicBezTo>
                    <a:pt x="1168" y="1858"/>
                    <a:pt x="1227" y="1887"/>
                    <a:pt x="1290" y="1887"/>
                  </a:cubicBezTo>
                  <a:cubicBezTo>
                    <a:pt x="1321" y="1887"/>
                    <a:pt x="1354" y="1880"/>
                    <a:pt x="1380" y="1858"/>
                  </a:cubicBezTo>
                  <a:cubicBezTo>
                    <a:pt x="1473" y="1778"/>
                    <a:pt x="1606" y="1208"/>
                    <a:pt x="1327" y="823"/>
                  </a:cubicBezTo>
                  <a:lnTo>
                    <a:pt x="1380" y="27"/>
                  </a:lnTo>
                  <a:lnTo>
                    <a:pt x="399" y="1"/>
                  </a:ln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5"/>
            <p:cNvSpPr/>
            <p:nvPr/>
          </p:nvSpPr>
          <p:spPr>
            <a:xfrm>
              <a:off x="3614609" y="2342346"/>
              <a:ext cx="520152" cy="358347"/>
            </a:xfrm>
            <a:custGeom>
              <a:avLst/>
              <a:gdLst/>
              <a:ahLst/>
              <a:cxnLst/>
              <a:rect l="l" t="t" r="r" b="b"/>
              <a:pathLst>
                <a:path w="6394" h="4405" extrusionOk="0">
                  <a:moveTo>
                    <a:pt x="0" y="1"/>
                  </a:moveTo>
                  <a:lnTo>
                    <a:pt x="0" y="4405"/>
                  </a:lnTo>
                  <a:lnTo>
                    <a:pt x="6394" y="4405"/>
                  </a:lnTo>
                  <a:lnTo>
                    <a:pt x="6394" y="1"/>
                  </a:lnTo>
                  <a:close/>
                </a:path>
              </a:pathLst>
            </a:custGeom>
            <a:solidFill>
              <a:srgbClr val="536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5"/>
            <p:cNvSpPr/>
            <p:nvPr/>
          </p:nvSpPr>
          <p:spPr>
            <a:xfrm>
              <a:off x="3614609" y="2342346"/>
              <a:ext cx="520152" cy="26032"/>
            </a:xfrm>
            <a:custGeom>
              <a:avLst/>
              <a:gdLst/>
              <a:ahLst/>
              <a:cxnLst/>
              <a:rect l="l" t="t" r="r" b="b"/>
              <a:pathLst>
                <a:path w="6394" h="320" extrusionOk="0">
                  <a:moveTo>
                    <a:pt x="0" y="1"/>
                  </a:moveTo>
                  <a:lnTo>
                    <a:pt x="0" y="319"/>
                  </a:lnTo>
                  <a:lnTo>
                    <a:pt x="6394" y="319"/>
                  </a:lnTo>
                  <a:lnTo>
                    <a:pt x="6394" y="1"/>
                  </a:lnTo>
                  <a:close/>
                </a:path>
              </a:pathLst>
            </a:custGeom>
            <a:solidFill>
              <a:srgbClr val="1A22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5"/>
            <p:cNvSpPr/>
            <p:nvPr/>
          </p:nvSpPr>
          <p:spPr>
            <a:xfrm>
              <a:off x="3677167" y="2485929"/>
              <a:ext cx="29205" cy="160829"/>
            </a:xfrm>
            <a:custGeom>
              <a:avLst/>
              <a:gdLst/>
              <a:ahLst/>
              <a:cxnLst/>
              <a:rect l="l" t="t" r="r" b="b"/>
              <a:pathLst>
                <a:path w="359" h="1977" extrusionOk="0">
                  <a:moveTo>
                    <a:pt x="1" y="0"/>
                  </a:moveTo>
                  <a:lnTo>
                    <a:pt x="1" y="1976"/>
                  </a:lnTo>
                  <a:lnTo>
                    <a:pt x="359" y="1976"/>
                  </a:lnTo>
                  <a:lnTo>
                    <a:pt x="359" y="0"/>
                  </a:lnTo>
                  <a:close/>
                </a:path>
              </a:pathLst>
            </a:custGeom>
            <a:solidFill>
              <a:srgbClr val="1A22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5"/>
            <p:cNvSpPr/>
            <p:nvPr/>
          </p:nvSpPr>
          <p:spPr>
            <a:xfrm>
              <a:off x="3665290" y="2543118"/>
              <a:ext cx="52959" cy="52878"/>
            </a:xfrm>
            <a:custGeom>
              <a:avLst/>
              <a:gdLst/>
              <a:ahLst/>
              <a:cxnLst/>
              <a:rect l="l" t="t" r="r" b="b"/>
              <a:pathLst>
                <a:path w="651" h="650" fill="none" extrusionOk="0">
                  <a:moveTo>
                    <a:pt x="1" y="0"/>
                  </a:moveTo>
                  <a:lnTo>
                    <a:pt x="651" y="0"/>
                  </a:lnTo>
                  <a:lnTo>
                    <a:pt x="651" y="650"/>
                  </a:lnTo>
                  <a:lnTo>
                    <a:pt x="1" y="650"/>
                  </a:lnTo>
                  <a:close/>
                </a:path>
              </a:pathLst>
            </a:custGeom>
            <a:noFill/>
            <a:ln w="1000" cap="flat" cmpd="sng">
              <a:solidFill>
                <a:srgbClr val="FFF0DE"/>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5"/>
            <p:cNvSpPr/>
            <p:nvPr/>
          </p:nvSpPr>
          <p:spPr>
            <a:xfrm>
              <a:off x="4042995" y="2485929"/>
              <a:ext cx="29205" cy="160829"/>
            </a:xfrm>
            <a:custGeom>
              <a:avLst/>
              <a:gdLst/>
              <a:ahLst/>
              <a:cxnLst/>
              <a:rect l="l" t="t" r="r" b="b"/>
              <a:pathLst>
                <a:path w="359" h="1977" extrusionOk="0">
                  <a:moveTo>
                    <a:pt x="0" y="0"/>
                  </a:moveTo>
                  <a:lnTo>
                    <a:pt x="0" y="1976"/>
                  </a:lnTo>
                  <a:lnTo>
                    <a:pt x="358" y="1976"/>
                  </a:lnTo>
                  <a:lnTo>
                    <a:pt x="358" y="0"/>
                  </a:lnTo>
                  <a:close/>
                </a:path>
              </a:pathLst>
            </a:custGeom>
            <a:solidFill>
              <a:srgbClr val="1A22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5"/>
            <p:cNvSpPr/>
            <p:nvPr/>
          </p:nvSpPr>
          <p:spPr>
            <a:xfrm>
              <a:off x="4031118" y="2543118"/>
              <a:ext cx="52959" cy="52878"/>
            </a:xfrm>
            <a:custGeom>
              <a:avLst/>
              <a:gdLst/>
              <a:ahLst/>
              <a:cxnLst/>
              <a:rect l="l" t="t" r="r" b="b"/>
              <a:pathLst>
                <a:path w="651" h="650" fill="none" extrusionOk="0">
                  <a:moveTo>
                    <a:pt x="0" y="0"/>
                  </a:moveTo>
                  <a:lnTo>
                    <a:pt x="650" y="0"/>
                  </a:lnTo>
                  <a:lnTo>
                    <a:pt x="650" y="650"/>
                  </a:lnTo>
                  <a:lnTo>
                    <a:pt x="0" y="650"/>
                  </a:lnTo>
                  <a:close/>
                </a:path>
              </a:pathLst>
            </a:custGeom>
            <a:noFill/>
            <a:ln w="1000" cap="flat" cmpd="sng">
              <a:solidFill>
                <a:srgbClr val="FFF0DE"/>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5"/>
            <p:cNvSpPr/>
            <p:nvPr/>
          </p:nvSpPr>
          <p:spPr>
            <a:xfrm>
              <a:off x="3614609" y="2342346"/>
              <a:ext cx="520152" cy="143664"/>
            </a:xfrm>
            <a:custGeom>
              <a:avLst/>
              <a:gdLst/>
              <a:ahLst/>
              <a:cxnLst/>
              <a:rect l="l" t="t" r="r" b="b"/>
              <a:pathLst>
                <a:path w="6394" h="1766" fill="none" extrusionOk="0">
                  <a:moveTo>
                    <a:pt x="6394" y="1"/>
                  </a:moveTo>
                  <a:lnTo>
                    <a:pt x="5810" y="1765"/>
                  </a:lnTo>
                  <a:lnTo>
                    <a:pt x="584" y="1765"/>
                  </a:lnTo>
                  <a:lnTo>
                    <a:pt x="0" y="1"/>
                  </a:lnTo>
                </a:path>
              </a:pathLst>
            </a:custGeom>
            <a:noFill/>
            <a:ln w="1000" cap="flat" cmpd="sng">
              <a:solidFill>
                <a:srgbClr val="FFF0DE"/>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5"/>
            <p:cNvSpPr/>
            <p:nvPr/>
          </p:nvSpPr>
          <p:spPr>
            <a:xfrm>
              <a:off x="3273593" y="1881663"/>
              <a:ext cx="577422" cy="394954"/>
            </a:xfrm>
            <a:custGeom>
              <a:avLst/>
              <a:gdLst/>
              <a:ahLst/>
              <a:cxnLst/>
              <a:rect l="l" t="t" r="r" b="b"/>
              <a:pathLst>
                <a:path w="7098" h="4855" extrusionOk="0">
                  <a:moveTo>
                    <a:pt x="1" y="0"/>
                  </a:moveTo>
                  <a:lnTo>
                    <a:pt x="240" y="4855"/>
                  </a:lnTo>
                  <a:lnTo>
                    <a:pt x="3436" y="3462"/>
                  </a:lnTo>
                  <a:lnTo>
                    <a:pt x="3503" y="186"/>
                  </a:lnTo>
                  <a:lnTo>
                    <a:pt x="3861" y="3303"/>
                  </a:lnTo>
                  <a:lnTo>
                    <a:pt x="7097" y="2056"/>
                  </a:lnTo>
                  <a:lnTo>
                    <a:pt x="7018" y="0"/>
                  </a:lnTo>
                  <a:close/>
                </a:path>
              </a:pathLst>
            </a:custGeom>
            <a:solidFill>
              <a:srgbClr val="1A22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5"/>
            <p:cNvSpPr/>
            <p:nvPr/>
          </p:nvSpPr>
          <p:spPr>
            <a:xfrm>
              <a:off x="2751413" y="1284800"/>
              <a:ext cx="186698" cy="134227"/>
            </a:xfrm>
            <a:custGeom>
              <a:avLst/>
              <a:gdLst/>
              <a:ahLst/>
              <a:cxnLst/>
              <a:rect l="l" t="t" r="r" b="b"/>
              <a:pathLst>
                <a:path w="2295" h="1650" extrusionOk="0">
                  <a:moveTo>
                    <a:pt x="1717" y="0"/>
                  </a:moveTo>
                  <a:cubicBezTo>
                    <a:pt x="1467" y="0"/>
                    <a:pt x="1143" y="153"/>
                    <a:pt x="796" y="413"/>
                  </a:cubicBezTo>
                  <a:cubicBezTo>
                    <a:pt x="265" y="798"/>
                    <a:pt x="0" y="1315"/>
                    <a:pt x="133" y="1461"/>
                  </a:cubicBezTo>
                  <a:cubicBezTo>
                    <a:pt x="257" y="1603"/>
                    <a:pt x="405" y="1650"/>
                    <a:pt x="549" y="1650"/>
                  </a:cubicBezTo>
                  <a:cubicBezTo>
                    <a:pt x="836" y="1650"/>
                    <a:pt x="1101" y="1461"/>
                    <a:pt x="1101" y="1461"/>
                  </a:cubicBezTo>
                  <a:lnTo>
                    <a:pt x="1525" y="1196"/>
                  </a:lnTo>
                  <a:cubicBezTo>
                    <a:pt x="1525" y="1196"/>
                    <a:pt x="2295" y="400"/>
                    <a:pt x="2043" y="135"/>
                  </a:cubicBezTo>
                  <a:cubicBezTo>
                    <a:pt x="1960" y="43"/>
                    <a:pt x="1849" y="0"/>
                    <a:pt x="1717" y="0"/>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5"/>
            <p:cNvSpPr/>
            <p:nvPr/>
          </p:nvSpPr>
          <p:spPr>
            <a:xfrm>
              <a:off x="2653224" y="1140323"/>
              <a:ext cx="286027" cy="280658"/>
            </a:xfrm>
            <a:custGeom>
              <a:avLst/>
              <a:gdLst/>
              <a:ahLst/>
              <a:cxnLst/>
              <a:rect l="l" t="t" r="r" b="b"/>
              <a:pathLst>
                <a:path w="3516" h="3450" extrusionOk="0">
                  <a:moveTo>
                    <a:pt x="1379" y="1"/>
                  </a:moveTo>
                  <a:cubicBezTo>
                    <a:pt x="1247" y="1"/>
                    <a:pt x="1512" y="624"/>
                    <a:pt x="1512" y="624"/>
                  </a:cubicBezTo>
                  <a:lnTo>
                    <a:pt x="849" y="531"/>
                  </a:lnTo>
                  <a:cubicBezTo>
                    <a:pt x="849" y="531"/>
                    <a:pt x="491" y="147"/>
                    <a:pt x="332" y="120"/>
                  </a:cubicBezTo>
                  <a:cubicBezTo>
                    <a:pt x="239" y="120"/>
                    <a:pt x="279" y="253"/>
                    <a:pt x="279" y="253"/>
                  </a:cubicBezTo>
                  <a:cubicBezTo>
                    <a:pt x="279" y="253"/>
                    <a:pt x="272" y="252"/>
                    <a:pt x="262" y="252"/>
                  </a:cubicBezTo>
                  <a:cubicBezTo>
                    <a:pt x="222" y="252"/>
                    <a:pt x="122" y="269"/>
                    <a:pt x="133" y="438"/>
                  </a:cubicBezTo>
                  <a:cubicBezTo>
                    <a:pt x="0" y="491"/>
                    <a:pt x="27" y="651"/>
                    <a:pt x="146" y="757"/>
                  </a:cubicBezTo>
                  <a:cubicBezTo>
                    <a:pt x="27" y="757"/>
                    <a:pt x="13" y="889"/>
                    <a:pt x="159" y="995"/>
                  </a:cubicBezTo>
                  <a:cubicBezTo>
                    <a:pt x="318" y="1115"/>
                    <a:pt x="504" y="1194"/>
                    <a:pt x="676" y="1301"/>
                  </a:cubicBezTo>
                  <a:cubicBezTo>
                    <a:pt x="1220" y="1592"/>
                    <a:pt x="1910" y="1606"/>
                    <a:pt x="1910" y="1606"/>
                  </a:cubicBezTo>
                  <a:lnTo>
                    <a:pt x="2878" y="3449"/>
                  </a:lnTo>
                  <a:lnTo>
                    <a:pt x="3515" y="2295"/>
                  </a:lnTo>
                  <a:lnTo>
                    <a:pt x="2640" y="1128"/>
                  </a:lnTo>
                  <a:cubicBezTo>
                    <a:pt x="2640" y="1128"/>
                    <a:pt x="2613" y="796"/>
                    <a:pt x="2335" y="664"/>
                  </a:cubicBezTo>
                  <a:cubicBezTo>
                    <a:pt x="2029" y="518"/>
                    <a:pt x="1738" y="465"/>
                    <a:pt x="1738" y="465"/>
                  </a:cubicBezTo>
                  <a:cubicBezTo>
                    <a:pt x="1738" y="465"/>
                    <a:pt x="1499" y="1"/>
                    <a:pt x="1379" y="1"/>
                  </a:cubicBez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5"/>
            <p:cNvSpPr/>
            <p:nvPr/>
          </p:nvSpPr>
          <p:spPr>
            <a:xfrm>
              <a:off x="2675839" y="1160823"/>
              <a:ext cx="77771" cy="43278"/>
            </a:xfrm>
            <a:custGeom>
              <a:avLst/>
              <a:gdLst/>
              <a:ahLst/>
              <a:cxnLst/>
              <a:rect l="l" t="t" r="r" b="b"/>
              <a:pathLst>
                <a:path w="956" h="532" fill="none" extrusionOk="0">
                  <a:moveTo>
                    <a:pt x="1" y="1"/>
                  </a:moveTo>
                  <a:lnTo>
                    <a:pt x="465" y="438"/>
                  </a:lnTo>
                  <a:lnTo>
                    <a:pt x="956" y="531"/>
                  </a:lnTo>
                </a:path>
              </a:pathLst>
            </a:custGeom>
            <a:noFill/>
            <a:ln w="1000" cap="flat" cmpd="sng">
              <a:solidFill>
                <a:srgbClr val="44444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5"/>
            <p:cNvSpPr/>
            <p:nvPr/>
          </p:nvSpPr>
          <p:spPr>
            <a:xfrm>
              <a:off x="2663962" y="1175954"/>
              <a:ext cx="82082" cy="42139"/>
            </a:xfrm>
            <a:custGeom>
              <a:avLst/>
              <a:gdLst/>
              <a:ahLst/>
              <a:cxnLst/>
              <a:rect l="l" t="t" r="r" b="b"/>
              <a:pathLst>
                <a:path w="1009" h="518" fill="none" extrusionOk="0">
                  <a:moveTo>
                    <a:pt x="1" y="0"/>
                  </a:moveTo>
                  <a:lnTo>
                    <a:pt x="505" y="398"/>
                  </a:lnTo>
                  <a:lnTo>
                    <a:pt x="1009" y="518"/>
                  </a:lnTo>
                </a:path>
              </a:pathLst>
            </a:custGeom>
            <a:noFill/>
            <a:ln w="1000" cap="flat" cmpd="sng">
              <a:solidFill>
                <a:srgbClr val="44444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5"/>
            <p:cNvSpPr/>
            <p:nvPr/>
          </p:nvSpPr>
          <p:spPr>
            <a:xfrm>
              <a:off x="2665020" y="1201823"/>
              <a:ext cx="75656" cy="32459"/>
            </a:xfrm>
            <a:custGeom>
              <a:avLst/>
              <a:gdLst/>
              <a:ahLst/>
              <a:cxnLst/>
              <a:rect l="l" t="t" r="r" b="b"/>
              <a:pathLst>
                <a:path w="930" h="399" fill="none" extrusionOk="0">
                  <a:moveTo>
                    <a:pt x="1" y="1"/>
                  </a:moveTo>
                  <a:lnTo>
                    <a:pt x="439" y="253"/>
                  </a:lnTo>
                  <a:lnTo>
                    <a:pt x="929" y="399"/>
                  </a:lnTo>
                </a:path>
              </a:pathLst>
            </a:custGeom>
            <a:noFill/>
            <a:ln w="1000" cap="flat" cmpd="sng">
              <a:solidFill>
                <a:srgbClr val="44444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5"/>
            <p:cNvSpPr/>
            <p:nvPr/>
          </p:nvSpPr>
          <p:spPr>
            <a:xfrm>
              <a:off x="2755724" y="1188888"/>
              <a:ext cx="86394" cy="47590"/>
            </a:xfrm>
            <a:custGeom>
              <a:avLst/>
              <a:gdLst/>
              <a:ahLst/>
              <a:cxnLst/>
              <a:rect l="l" t="t" r="r" b="b"/>
              <a:pathLst>
                <a:path w="1062" h="585" fill="none" extrusionOk="0">
                  <a:moveTo>
                    <a:pt x="0" y="558"/>
                  </a:moveTo>
                  <a:cubicBezTo>
                    <a:pt x="0" y="558"/>
                    <a:pt x="637" y="1"/>
                    <a:pt x="1061" y="584"/>
                  </a:cubicBezTo>
                </a:path>
              </a:pathLst>
            </a:custGeom>
            <a:noFill/>
            <a:ln w="1000" cap="flat" cmpd="sng">
              <a:solidFill>
                <a:srgbClr val="44444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5"/>
            <p:cNvSpPr/>
            <p:nvPr/>
          </p:nvSpPr>
          <p:spPr>
            <a:xfrm>
              <a:off x="2762151" y="1101519"/>
              <a:ext cx="1271175" cy="1088788"/>
            </a:xfrm>
            <a:custGeom>
              <a:avLst/>
              <a:gdLst/>
              <a:ahLst/>
              <a:cxnLst/>
              <a:rect l="l" t="t" r="r" b="b"/>
              <a:pathLst>
                <a:path w="15626" h="13384" extrusionOk="0">
                  <a:moveTo>
                    <a:pt x="7256" y="0"/>
                  </a:moveTo>
                  <a:cubicBezTo>
                    <a:pt x="6553" y="0"/>
                    <a:pt x="5917" y="425"/>
                    <a:pt x="5651" y="1075"/>
                  </a:cubicBezTo>
                  <a:lnTo>
                    <a:pt x="4046" y="4974"/>
                  </a:lnTo>
                  <a:lnTo>
                    <a:pt x="1924" y="2388"/>
                  </a:lnTo>
                  <a:cubicBezTo>
                    <a:pt x="949" y="3584"/>
                    <a:pt x="347" y="3729"/>
                    <a:pt x="113" y="3729"/>
                  </a:cubicBezTo>
                  <a:cubicBezTo>
                    <a:pt x="38" y="3729"/>
                    <a:pt x="1" y="3714"/>
                    <a:pt x="1" y="3714"/>
                  </a:cubicBezTo>
                  <a:lnTo>
                    <a:pt x="1" y="3714"/>
                  </a:lnTo>
                  <a:lnTo>
                    <a:pt x="2853" y="7640"/>
                  </a:lnTo>
                  <a:cubicBezTo>
                    <a:pt x="3200" y="8124"/>
                    <a:pt x="3724" y="8356"/>
                    <a:pt x="4244" y="8356"/>
                  </a:cubicBezTo>
                  <a:cubicBezTo>
                    <a:pt x="4893" y="8356"/>
                    <a:pt x="5536" y="7994"/>
                    <a:pt x="5824" y="7309"/>
                  </a:cubicBezTo>
                  <a:lnTo>
                    <a:pt x="6513" y="5677"/>
                  </a:lnTo>
                  <a:lnTo>
                    <a:pt x="6500" y="7508"/>
                  </a:lnTo>
                  <a:lnTo>
                    <a:pt x="5824" y="10850"/>
                  </a:lnTo>
                  <a:lnTo>
                    <a:pt x="12761" y="10850"/>
                  </a:lnTo>
                  <a:lnTo>
                    <a:pt x="12761" y="13384"/>
                  </a:lnTo>
                  <a:lnTo>
                    <a:pt x="14870" y="13384"/>
                  </a:lnTo>
                  <a:cubicBezTo>
                    <a:pt x="14870" y="13384"/>
                    <a:pt x="15626" y="6911"/>
                    <a:pt x="15626" y="4497"/>
                  </a:cubicBezTo>
                  <a:cubicBezTo>
                    <a:pt x="15626" y="3396"/>
                    <a:pt x="15493" y="2361"/>
                    <a:pt x="15347" y="1565"/>
                  </a:cubicBezTo>
                  <a:cubicBezTo>
                    <a:pt x="15188" y="663"/>
                    <a:pt x="14406" y="0"/>
                    <a:pt x="13490" y="0"/>
                  </a:cubicBezTo>
                  <a:close/>
                </a:path>
              </a:pathLst>
            </a:custGeom>
            <a:solidFill>
              <a:srgbClr val="3D48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5"/>
            <p:cNvSpPr/>
            <p:nvPr/>
          </p:nvSpPr>
          <p:spPr>
            <a:xfrm>
              <a:off x="3698806" y="1308635"/>
              <a:ext cx="101443" cy="675612"/>
            </a:xfrm>
            <a:custGeom>
              <a:avLst/>
              <a:gdLst/>
              <a:ahLst/>
              <a:cxnLst/>
              <a:rect l="l" t="t" r="r" b="b"/>
              <a:pathLst>
                <a:path w="1247" h="8305" extrusionOk="0">
                  <a:moveTo>
                    <a:pt x="1247" y="1"/>
                  </a:moveTo>
                  <a:lnTo>
                    <a:pt x="0" y="8304"/>
                  </a:lnTo>
                  <a:lnTo>
                    <a:pt x="1247" y="8304"/>
                  </a:lnTo>
                  <a:lnTo>
                    <a:pt x="1247" y="1"/>
                  </a:lnTo>
                  <a:close/>
                </a:path>
              </a:pathLst>
            </a:custGeom>
            <a:solidFill>
              <a:srgbClr val="1A22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5"/>
            <p:cNvSpPr/>
            <p:nvPr/>
          </p:nvSpPr>
          <p:spPr>
            <a:xfrm>
              <a:off x="3800167" y="1128446"/>
              <a:ext cx="126337" cy="163025"/>
            </a:xfrm>
            <a:custGeom>
              <a:avLst/>
              <a:gdLst/>
              <a:ahLst/>
              <a:cxnLst/>
              <a:rect l="l" t="t" r="r" b="b"/>
              <a:pathLst>
                <a:path w="1553" h="2004" fill="none" extrusionOk="0">
                  <a:moveTo>
                    <a:pt x="1" y="2004"/>
                  </a:moveTo>
                  <a:cubicBezTo>
                    <a:pt x="1" y="1088"/>
                    <a:pt x="638" y="1"/>
                    <a:pt x="1553" y="1"/>
                  </a:cubicBezTo>
                </a:path>
              </a:pathLst>
            </a:custGeom>
            <a:noFill/>
            <a:ln w="1650" cap="flat" cmpd="sng">
              <a:solidFill>
                <a:srgbClr val="44444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5"/>
            <p:cNvSpPr/>
            <p:nvPr/>
          </p:nvSpPr>
          <p:spPr>
            <a:xfrm>
              <a:off x="3936183" y="1582703"/>
              <a:ext cx="92820" cy="175960"/>
            </a:xfrm>
            <a:custGeom>
              <a:avLst/>
              <a:gdLst/>
              <a:ahLst/>
              <a:cxnLst/>
              <a:rect l="l" t="t" r="r" b="b"/>
              <a:pathLst>
                <a:path w="1141" h="2163" extrusionOk="0">
                  <a:moveTo>
                    <a:pt x="1088" y="1"/>
                  </a:moveTo>
                  <a:cubicBezTo>
                    <a:pt x="491" y="1"/>
                    <a:pt x="0" y="478"/>
                    <a:pt x="0" y="1089"/>
                  </a:cubicBezTo>
                  <a:cubicBezTo>
                    <a:pt x="0" y="1646"/>
                    <a:pt x="425" y="2110"/>
                    <a:pt x="982" y="2163"/>
                  </a:cubicBezTo>
                  <a:cubicBezTo>
                    <a:pt x="1048" y="1407"/>
                    <a:pt x="1101" y="664"/>
                    <a:pt x="1141" y="1"/>
                  </a:cubicBezTo>
                  <a:close/>
                </a:path>
              </a:pathLst>
            </a:custGeom>
            <a:solidFill>
              <a:srgbClr val="1A22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5"/>
            <p:cNvSpPr/>
            <p:nvPr/>
          </p:nvSpPr>
          <p:spPr>
            <a:xfrm>
              <a:off x="3024339" y="1671211"/>
              <a:ext cx="196460" cy="109660"/>
            </a:xfrm>
            <a:custGeom>
              <a:avLst/>
              <a:gdLst/>
              <a:ahLst/>
              <a:cxnLst/>
              <a:rect l="l" t="t" r="r" b="b"/>
              <a:pathLst>
                <a:path w="2415" h="1348" extrusionOk="0">
                  <a:moveTo>
                    <a:pt x="1301" y="1"/>
                  </a:moveTo>
                  <a:cubicBezTo>
                    <a:pt x="664" y="1"/>
                    <a:pt x="147" y="438"/>
                    <a:pt x="1" y="1022"/>
                  </a:cubicBezTo>
                  <a:cubicBezTo>
                    <a:pt x="303" y="1241"/>
                    <a:pt x="657" y="1347"/>
                    <a:pt x="1008" y="1347"/>
                  </a:cubicBezTo>
                  <a:cubicBezTo>
                    <a:pt x="1550" y="1347"/>
                    <a:pt x="2085" y="1094"/>
                    <a:pt x="2415" y="611"/>
                  </a:cubicBezTo>
                  <a:cubicBezTo>
                    <a:pt x="2189" y="239"/>
                    <a:pt x="1765" y="1"/>
                    <a:pt x="1301" y="1"/>
                  </a:cubicBezTo>
                  <a:close/>
                </a:path>
              </a:pathLst>
            </a:custGeom>
            <a:solidFill>
              <a:srgbClr val="1A22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5"/>
            <p:cNvSpPr/>
            <p:nvPr/>
          </p:nvSpPr>
          <p:spPr>
            <a:xfrm>
              <a:off x="3091290" y="1376644"/>
              <a:ext cx="61257" cy="165710"/>
            </a:xfrm>
            <a:custGeom>
              <a:avLst/>
              <a:gdLst/>
              <a:ahLst/>
              <a:cxnLst/>
              <a:rect l="l" t="t" r="r" b="b"/>
              <a:pathLst>
                <a:path w="753" h="2037" extrusionOk="0">
                  <a:moveTo>
                    <a:pt x="663" y="0"/>
                  </a:moveTo>
                  <a:lnTo>
                    <a:pt x="0" y="1592"/>
                  </a:lnTo>
                  <a:lnTo>
                    <a:pt x="345" y="1964"/>
                  </a:lnTo>
                  <a:cubicBezTo>
                    <a:pt x="392" y="2014"/>
                    <a:pt x="451" y="2037"/>
                    <a:pt x="509" y="2037"/>
                  </a:cubicBezTo>
                  <a:cubicBezTo>
                    <a:pt x="632" y="2037"/>
                    <a:pt x="752" y="1935"/>
                    <a:pt x="743" y="1791"/>
                  </a:cubicBezTo>
                  <a:lnTo>
                    <a:pt x="663" y="0"/>
                  </a:lnTo>
                  <a:close/>
                </a:path>
              </a:pathLst>
            </a:custGeom>
            <a:solidFill>
              <a:srgbClr val="1A22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5"/>
            <p:cNvSpPr/>
            <p:nvPr/>
          </p:nvSpPr>
          <p:spPr>
            <a:xfrm>
              <a:off x="3291978" y="1220208"/>
              <a:ext cx="81" cy="343216"/>
            </a:xfrm>
            <a:custGeom>
              <a:avLst/>
              <a:gdLst/>
              <a:ahLst/>
              <a:cxnLst/>
              <a:rect l="l" t="t" r="r" b="b"/>
              <a:pathLst>
                <a:path w="1" h="4219" fill="none" extrusionOk="0">
                  <a:moveTo>
                    <a:pt x="0" y="4218"/>
                  </a:moveTo>
                  <a:lnTo>
                    <a:pt x="0" y="0"/>
                  </a:lnTo>
                </a:path>
              </a:pathLst>
            </a:custGeom>
            <a:noFill/>
            <a:ln w="1650" cap="flat" cmpd="sng">
              <a:solidFill>
                <a:srgbClr val="44444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5"/>
            <p:cNvSpPr/>
            <p:nvPr/>
          </p:nvSpPr>
          <p:spPr>
            <a:xfrm>
              <a:off x="3530413" y="1634522"/>
              <a:ext cx="8704" cy="349724"/>
            </a:xfrm>
            <a:custGeom>
              <a:avLst/>
              <a:gdLst/>
              <a:ahLst/>
              <a:cxnLst/>
              <a:rect l="l" t="t" r="r" b="b"/>
              <a:pathLst>
                <a:path w="107" h="4299" fill="none" extrusionOk="0">
                  <a:moveTo>
                    <a:pt x="107" y="1"/>
                  </a:moveTo>
                  <a:lnTo>
                    <a:pt x="1" y="4298"/>
                  </a:lnTo>
                </a:path>
              </a:pathLst>
            </a:custGeom>
            <a:noFill/>
            <a:ln w="1650" cap="flat" cmpd="sng">
              <a:solidFill>
                <a:srgbClr val="44444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5"/>
            <p:cNvSpPr/>
            <p:nvPr/>
          </p:nvSpPr>
          <p:spPr>
            <a:xfrm>
              <a:off x="3384798" y="1101519"/>
              <a:ext cx="355093" cy="637784"/>
            </a:xfrm>
            <a:custGeom>
              <a:avLst/>
              <a:gdLst/>
              <a:ahLst/>
              <a:cxnLst/>
              <a:rect l="l" t="t" r="r" b="b"/>
              <a:pathLst>
                <a:path w="4365" h="7840" extrusionOk="0">
                  <a:moveTo>
                    <a:pt x="902" y="0"/>
                  </a:moveTo>
                  <a:lnTo>
                    <a:pt x="0" y="1061"/>
                  </a:lnTo>
                  <a:lnTo>
                    <a:pt x="1128" y="2733"/>
                  </a:lnTo>
                  <a:lnTo>
                    <a:pt x="159" y="3661"/>
                  </a:lnTo>
                  <a:lnTo>
                    <a:pt x="1844" y="7839"/>
                  </a:lnTo>
                  <a:lnTo>
                    <a:pt x="4245" y="3568"/>
                  </a:lnTo>
                  <a:lnTo>
                    <a:pt x="3184" y="2719"/>
                  </a:lnTo>
                  <a:lnTo>
                    <a:pt x="4364" y="1101"/>
                  </a:lnTo>
                  <a:lnTo>
                    <a:pt x="3887" y="0"/>
                  </a:lnTo>
                  <a:close/>
                </a:path>
              </a:pathLst>
            </a:custGeom>
            <a:solidFill>
              <a:srgbClr val="1A22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5"/>
            <p:cNvSpPr/>
            <p:nvPr/>
          </p:nvSpPr>
          <p:spPr>
            <a:xfrm>
              <a:off x="3334036" y="1739219"/>
              <a:ext cx="125279" cy="19443"/>
            </a:xfrm>
            <a:custGeom>
              <a:avLst/>
              <a:gdLst/>
              <a:ahLst/>
              <a:cxnLst/>
              <a:rect l="l" t="t" r="r" b="b"/>
              <a:pathLst>
                <a:path w="1540" h="239" fill="none" extrusionOk="0">
                  <a:moveTo>
                    <a:pt x="1" y="0"/>
                  </a:moveTo>
                  <a:lnTo>
                    <a:pt x="1539" y="0"/>
                  </a:lnTo>
                  <a:lnTo>
                    <a:pt x="1539" y="239"/>
                  </a:lnTo>
                  <a:lnTo>
                    <a:pt x="1" y="239"/>
                  </a:lnTo>
                  <a:close/>
                </a:path>
              </a:pathLst>
            </a:custGeom>
            <a:noFill/>
            <a:ln w="1650" cap="flat" cmpd="sng">
              <a:solidFill>
                <a:srgbClr val="44444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5"/>
            <p:cNvSpPr/>
            <p:nvPr/>
          </p:nvSpPr>
          <p:spPr>
            <a:xfrm>
              <a:off x="3605986" y="1739219"/>
              <a:ext cx="125198" cy="19443"/>
            </a:xfrm>
            <a:custGeom>
              <a:avLst/>
              <a:gdLst/>
              <a:ahLst/>
              <a:cxnLst/>
              <a:rect l="l" t="t" r="r" b="b"/>
              <a:pathLst>
                <a:path w="1539" h="239" fill="none" extrusionOk="0">
                  <a:moveTo>
                    <a:pt x="0" y="0"/>
                  </a:moveTo>
                  <a:lnTo>
                    <a:pt x="1539" y="0"/>
                  </a:lnTo>
                  <a:lnTo>
                    <a:pt x="1539" y="239"/>
                  </a:lnTo>
                  <a:lnTo>
                    <a:pt x="0" y="239"/>
                  </a:lnTo>
                  <a:close/>
                </a:path>
              </a:pathLst>
            </a:custGeom>
            <a:noFill/>
            <a:ln w="1650" cap="flat" cmpd="sng">
              <a:solidFill>
                <a:srgbClr val="44444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5"/>
            <p:cNvSpPr/>
            <p:nvPr/>
          </p:nvSpPr>
          <p:spPr>
            <a:xfrm>
              <a:off x="3494863" y="1061576"/>
              <a:ext cx="173764" cy="573029"/>
            </a:xfrm>
            <a:custGeom>
              <a:avLst/>
              <a:gdLst/>
              <a:ahLst/>
              <a:cxnLst/>
              <a:rect l="l" t="t" r="r" b="b"/>
              <a:pathLst>
                <a:path w="2136" h="7044" extrusionOk="0">
                  <a:moveTo>
                    <a:pt x="1937" y="0"/>
                  </a:moveTo>
                  <a:lnTo>
                    <a:pt x="173" y="146"/>
                  </a:lnTo>
                  <a:lnTo>
                    <a:pt x="0" y="796"/>
                  </a:lnTo>
                  <a:lnTo>
                    <a:pt x="544" y="7044"/>
                  </a:lnTo>
                  <a:lnTo>
                    <a:pt x="2136" y="730"/>
                  </a:lnTo>
                  <a:lnTo>
                    <a:pt x="1937" y="0"/>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5"/>
            <p:cNvSpPr/>
            <p:nvPr/>
          </p:nvSpPr>
          <p:spPr>
            <a:xfrm>
              <a:off x="3462486" y="822001"/>
              <a:ext cx="183526" cy="155460"/>
            </a:xfrm>
            <a:custGeom>
              <a:avLst/>
              <a:gdLst/>
              <a:ahLst/>
              <a:cxnLst/>
              <a:rect l="l" t="t" r="r" b="b"/>
              <a:pathLst>
                <a:path w="2256" h="1911" extrusionOk="0">
                  <a:moveTo>
                    <a:pt x="173" y="1"/>
                  </a:moveTo>
                  <a:cubicBezTo>
                    <a:pt x="66" y="1"/>
                    <a:pt x="0" y="94"/>
                    <a:pt x="13" y="186"/>
                  </a:cubicBezTo>
                  <a:lnTo>
                    <a:pt x="80" y="571"/>
                  </a:lnTo>
                  <a:lnTo>
                    <a:pt x="1884" y="1911"/>
                  </a:lnTo>
                  <a:lnTo>
                    <a:pt x="2202" y="770"/>
                  </a:lnTo>
                  <a:cubicBezTo>
                    <a:pt x="2255" y="584"/>
                    <a:pt x="2149" y="385"/>
                    <a:pt x="1977" y="306"/>
                  </a:cubicBezTo>
                  <a:lnTo>
                    <a:pt x="1711" y="200"/>
                  </a:lnTo>
                  <a:cubicBezTo>
                    <a:pt x="1711" y="200"/>
                    <a:pt x="1552" y="1"/>
                    <a:pt x="1274" y="1"/>
                  </a:cubicBezTo>
                  <a:close/>
                </a:path>
              </a:pathLst>
            </a:custGeom>
            <a:solidFill>
              <a:srgbClr val="945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5"/>
            <p:cNvSpPr/>
            <p:nvPr/>
          </p:nvSpPr>
          <p:spPr>
            <a:xfrm>
              <a:off x="3463544" y="868452"/>
              <a:ext cx="180272" cy="277322"/>
            </a:xfrm>
            <a:custGeom>
              <a:avLst/>
              <a:gdLst/>
              <a:ahLst/>
              <a:cxnLst/>
              <a:rect l="l" t="t" r="r" b="b"/>
              <a:pathLst>
                <a:path w="2216" h="3409" extrusionOk="0">
                  <a:moveTo>
                    <a:pt x="67" y="0"/>
                  </a:moveTo>
                  <a:lnTo>
                    <a:pt x="186" y="942"/>
                  </a:lnTo>
                  <a:cubicBezTo>
                    <a:pt x="186" y="942"/>
                    <a:pt x="14" y="1141"/>
                    <a:pt x="0" y="1459"/>
                  </a:cubicBezTo>
                  <a:cubicBezTo>
                    <a:pt x="0" y="2056"/>
                    <a:pt x="664" y="2096"/>
                    <a:pt x="664" y="2096"/>
                  </a:cubicBezTo>
                  <a:lnTo>
                    <a:pt x="637" y="2918"/>
                  </a:lnTo>
                  <a:lnTo>
                    <a:pt x="1221" y="3409"/>
                  </a:lnTo>
                  <a:lnTo>
                    <a:pt x="2216" y="2613"/>
                  </a:lnTo>
                  <a:lnTo>
                    <a:pt x="1791" y="1074"/>
                  </a:lnTo>
                  <a:lnTo>
                    <a:pt x="1831" y="1074"/>
                  </a:lnTo>
                  <a:cubicBezTo>
                    <a:pt x="1977" y="1074"/>
                    <a:pt x="2096" y="955"/>
                    <a:pt x="2096" y="809"/>
                  </a:cubicBezTo>
                  <a:cubicBezTo>
                    <a:pt x="2096" y="663"/>
                    <a:pt x="1977" y="544"/>
                    <a:pt x="1831" y="544"/>
                  </a:cubicBezTo>
                  <a:cubicBezTo>
                    <a:pt x="1738" y="544"/>
                    <a:pt x="1672" y="584"/>
                    <a:pt x="1619" y="637"/>
                  </a:cubicBezTo>
                  <a:cubicBezTo>
                    <a:pt x="1141" y="451"/>
                    <a:pt x="1261" y="13"/>
                    <a:pt x="1261" y="13"/>
                  </a:cubicBezTo>
                  <a:lnTo>
                    <a:pt x="67" y="0"/>
                  </a:ln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5"/>
            <p:cNvSpPr/>
            <p:nvPr/>
          </p:nvSpPr>
          <p:spPr>
            <a:xfrm>
              <a:off x="3516421" y="992347"/>
              <a:ext cx="83872" cy="97376"/>
            </a:xfrm>
            <a:custGeom>
              <a:avLst/>
              <a:gdLst/>
              <a:ahLst/>
              <a:cxnLst/>
              <a:rect l="l" t="t" r="r" b="b"/>
              <a:pathLst>
                <a:path w="1031" h="1197" extrusionOk="0">
                  <a:moveTo>
                    <a:pt x="887" y="1"/>
                  </a:moveTo>
                  <a:cubicBezTo>
                    <a:pt x="851" y="1"/>
                    <a:pt x="814" y="20"/>
                    <a:pt x="796" y="55"/>
                  </a:cubicBezTo>
                  <a:cubicBezTo>
                    <a:pt x="711" y="251"/>
                    <a:pt x="422" y="594"/>
                    <a:pt x="97" y="594"/>
                  </a:cubicBezTo>
                  <a:cubicBezTo>
                    <a:pt x="69" y="594"/>
                    <a:pt x="41" y="591"/>
                    <a:pt x="14" y="586"/>
                  </a:cubicBezTo>
                  <a:lnTo>
                    <a:pt x="0" y="1196"/>
                  </a:lnTo>
                  <a:cubicBezTo>
                    <a:pt x="0" y="1196"/>
                    <a:pt x="412" y="1130"/>
                    <a:pt x="504" y="931"/>
                  </a:cubicBezTo>
                  <a:cubicBezTo>
                    <a:pt x="584" y="719"/>
                    <a:pt x="809" y="533"/>
                    <a:pt x="942" y="254"/>
                  </a:cubicBezTo>
                  <a:cubicBezTo>
                    <a:pt x="1031" y="78"/>
                    <a:pt x="960" y="1"/>
                    <a:pt x="887" y="1"/>
                  </a:cubicBezTo>
                  <a:close/>
                </a:path>
              </a:pathLst>
            </a:custGeom>
            <a:solidFill>
              <a:srgbClr val="DB46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5"/>
            <p:cNvSpPr/>
            <p:nvPr/>
          </p:nvSpPr>
          <p:spPr>
            <a:xfrm>
              <a:off x="3602732" y="924502"/>
              <a:ext cx="20582" cy="10901"/>
            </a:xfrm>
            <a:custGeom>
              <a:avLst/>
              <a:gdLst/>
              <a:ahLst/>
              <a:cxnLst/>
              <a:rect l="l" t="t" r="r" b="b"/>
              <a:pathLst>
                <a:path w="253" h="134" fill="none" extrusionOk="0">
                  <a:moveTo>
                    <a:pt x="0" y="133"/>
                  </a:moveTo>
                  <a:cubicBezTo>
                    <a:pt x="0" y="67"/>
                    <a:pt x="54" y="1"/>
                    <a:pt x="120" y="1"/>
                  </a:cubicBezTo>
                  <a:cubicBezTo>
                    <a:pt x="199" y="1"/>
                    <a:pt x="253" y="67"/>
                    <a:pt x="253" y="133"/>
                  </a:cubicBezTo>
                </a:path>
              </a:pathLst>
            </a:custGeom>
            <a:noFill/>
            <a:ln w="1650" cap="flat" cmpd="sng">
              <a:solidFill>
                <a:srgbClr val="444444"/>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7"/>
          <p:cNvSpPr/>
          <p:nvPr/>
        </p:nvSpPr>
        <p:spPr>
          <a:xfrm>
            <a:off x="4435500" y="1659369"/>
            <a:ext cx="3995400" cy="7908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7"/>
          <p:cNvSpPr/>
          <p:nvPr/>
        </p:nvSpPr>
        <p:spPr>
          <a:xfrm>
            <a:off x="4435500" y="2693344"/>
            <a:ext cx="3995400" cy="7908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7"/>
          <p:cNvSpPr/>
          <p:nvPr/>
        </p:nvSpPr>
        <p:spPr>
          <a:xfrm>
            <a:off x="4435500" y="3727319"/>
            <a:ext cx="3995400" cy="7908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7"/>
          <p:cNvSpPr/>
          <p:nvPr/>
        </p:nvSpPr>
        <p:spPr>
          <a:xfrm>
            <a:off x="4435500" y="625382"/>
            <a:ext cx="3995400" cy="7908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7"/>
          <p:cNvSpPr txBox="1">
            <a:spLocks noGrp="1"/>
          </p:cNvSpPr>
          <p:nvPr>
            <p:ph type="title" idx="15"/>
          </p:nvPr>
        </p:nvSpPr>
        <p:spPr>
          <a:xfrm>
            <a:off x="580225" y="1994250"/>
            <a:ext cx="2687100" cy="116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Mục lục</a:t>
            </a:r>
            <a:endParaRPr/>
          </a:p>
        </p:txBody>
      </p:sp>
      <p:sp>
        <p:nvSpPr>
          <p:cNvPr id="326" name="Google Shape;326;p37"/>
          <p:cNvSpPr/>
          <p:nvPr/>
        </p:nvSpPr>
        <p:spPr>
          <a:xfrm>
            <a:off x="2300739" y="1273517"/>
            <a:ext cx="1299012" cy="2597543"/>
          </a:xfrm>
          <a:custGeom>
            <a:avLst/>
            <a:gdLst/>
            <a:ahLst/>
            <a:cxnLst/>
            <a:rect l="l" t="t" r="r" b="b"/>
            <a:pathLst>
              <a:path w="15892" h="31782" fill="none" extrusionOk="0">
                <a:moveTo>
                  <a:pt x="1" y="1"/>
                </a:moveTo>
                <a:cubicBezTo>
                  <a:pt x="8768" y="1"/>
                  <a:pt x="15891" y="7110"/>
                  <a:pt x="15891" y="15891"/>
                </a:cubicBezTo>
                <a:cubicBezTo>
                  <a:pt x="15891" y="24659"/>
                  <a:pt x="8768" y="31782"/>
                  <a:pt x="1" y="31782"/>
                </a:cubicBezTo>
              </a:path>
            </a:pathLst>
          </a:custGeom>
          <a:noFill/>
          <a:ln w="33150" cap="flat" cmpd="sng">
            <a:solidFill>
              <a:schemeClr val="dk1"/>
            </a:solidFill>
            <a:prstDash val="solid"/>
            <a:miter lim="1326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37"/>
          <p:cNvGrpSpPr/>
          <p:nvPr/>
        </p:nvGrpSpPr>
        <p:grpSpPr>
          <a:xfrm>
            <a:off x="3080825" y="3429675"/>
            <a:ext cx="2050931" cy="1132692"/>
            <a:chOff x="3080825" y="3429675"/>
            <a:chExt cx="2050931" cy="1132692"/>
          </a:xfrm>
        </p:grpSpPr>
        <p:sp>
          <p:nvSpPr>
            <p:cNvPr id="328" name="Google Shape;328;p37"/>
            <p:cNvSpPr/>
            <p:nvPr/>
          </p:nvSpPr>
          <p:spPr>
            <a:xfrm>
              <a:off x="4231600" y="3683071"/>
              <a:ext cx="900156" cy="879296"/>
            </a:xfrm>
            <a:custGeom>
              <a:avLst/>
              <a:gdLst/>
              <a:ahLst/>
              <a:cxnLst/>
              <a:rect l="l" t="t" r="r" b="b"/>
              <a:pathLst>
                <a:path w="27230" h="26599" extrusionOk="0">
                  <a:moveTo>
                    <a:pt x="13614" y="0"/>
                  </a:moveTo>
                  <a:cubicBezTo>
                    <a:pt x="12791" y="0"/>
                    <a:pt x="11966" y="316"/>
                    <a:pt x="11335" y="947"/>
                  </a:cubicBezTo>
                  <a:lnTo>
                    <a:pt x="1262" y="11019"/>
                  </a:lnTo>
                  <a:cubicBezTo>
                    <a:pt x="0" y="12281"/>
                    <a:pt x="0" y="14317"/>
                    <a:pt x="1262" y="15567"/>
                  </a:cubicBezTo>
                  <a:lnTo>
                    <a:pt x="11335" y="25652"/>
                  </a:lnTo>
                  <a:cubicBezTo>
                    <a:pt x="11966" y="26283"/>
                    <a:pt x="12791" y="26599"/>
                    <a:pt x="13614" y="26599"/>
                  </a:cubicBezTo>
                  <a:cubicBezTo>
                    <a:pt x="14437" y="26599"/>
                    <a:pt x="15258" y="26283"/>
                    <a:pt x="15883" y="25652"/>
                  </a:cubicBezTo>
                  <a:lnTo>
                    <a:pt x="25968" y="15567"/>
                  </a:lnTo>
                  <a:cubicBezTo>
                    <a:pt x="27230" y="14317"/>
                    <a:pt x="27230" y="12281"/>
                    <a:pt x="25968" y="11019"/>
                  </a:cubicBezTo>
                  <a:lnTo>
                    <a:pt x="15883" y="947"/>
                  </a:lnTo>
                  <a:cubicBezTo>
                    <a:pt x="15258" y="316"/>
                    <a:pt x="14437" y="0"/>
                    <a:pt x="13614" y="0"/>
                  </a:cubicBezTo>
                  <a:close/>
                </a:path>
              </a:pathLst>
            </a:custGeom>
            <a:solidFill>
              <a:schemeClr val="accent6"/>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500">
                <a:solidFill>
                  <a:schemeClr val="lt1"/>
                </a:solidFill>
                <a:latin typeface="Fira Sans Extra Condensed Medium"/>
                <a:ea typeface="Fira Sans Extra Condensed Medium"/>
                <a:cs typeface="Fira Sans Extra Condensed Medium"/>
                <a:sym typeface="Fira Sans Extra Condensed Medium"/>
              </a:endParaRPr>
            </a:p>
          </p:txBody>
        </p:sp>
        <p:cxnSp>
          <p:nvCxnSpPr>
            <p:cNvPr id="329" name="Google Shape;329;p37"/>
            <p:cNvCxnSpPr/>
            <p:nvPr/>
          </p:nvCxnSpPr>
          <p:spPr>
            <a:xfrm rot="10800000">
              <a:off x="3176225" y="3524898"/>
              <a:ext cx="1099200" cy="596400"/>
            </a:xfrm>
            <a:prstGeom prst="bentConnector3">
              <a:avLst>
                <a:gd name="adj1" fmla="val 41330"/>
              </a:avLst>
            </a:prstGeom>
            <a:noFill/>
            <a:ln w="9525" cap="flat" cmpd="sng">
              <a:solidFill>
                <a:schemeClr val="accent6"/>
              </a:solidFill>
              <a:prstDash val="solid"/>
              <a:round/>
              <a:headEnd type="none" w="med" len="med"/>
              <a:tailEnd type="none" w="med" len="med"/>
            </a:ln>
          </p:spPr>
        </p:cxnSp>
        <p:sp>
          <p:nvSpPr>
            <p:cNvPr id="330" name="Google Shape;330;p37"/>
            <p:cNvSpPr/>
            <p:nvPr/>
          </p:nvSpPr>
          <p:spPr>
            <a:xfrm>
              <a:off x="3080825" y="3429675"/>
              <a:ext cx="186600" cy="186600"/>
            </a:xfrm>
            <a:prstGeom prst="ellipse">
              <a:avLst/>
            </a:prstGeom>
            <a:solidFill>
              <a:schemeClr val="accent6"/>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37"/>
          <p:cNvGrpSpPr/>
          <p:nvPr/>
        </p:nvGrpSpPr>
        <p:grpSpPr>
          <a:xfrm>
            <a:off x="3393175" y="2649096"/>
            <a:ext cx="1738581" cy="879296"/>
            <a:chOff x="3393175" y="2649096"/>
            <a:chExt cx="1738581" cy="879296"/>
          </a:xfrm>
        </p:grpSpPr>
        <p:sp>
          <p:nvSpPr>
            <p:cNvPr id="332" name="Google Shape;332;p37"/>
            <p:cNvSpPr/>
            <p:nvPr/>
          </p:nvSpPr>
          <p:spPr>
            <a:xfrm>
              <a:off x="4231600" y="2649096"/>
              <a:ext cx="900156" cy="879296"/>
            </a:xfrm>
            <a:custGeom>
              <a:avLst/>
              <a:gdLst/>
              <a:ahLst/>
              <a:cxnLst/>
              <a:rect l="l" t="t" r="r" b="b"/>
              <a:pathLst>
                <a:path w="27230" h="26599" extrusionOk="0">
                  <a:moveTo>
                    <a:pt x="13614" y="0"/>
                  </a:moveTo>
                  <a:cubicBezTo>
                    <a:pt x="12791" y="0"/>
                    <a:pt x="11966" y="316"/>
                    <a:pt x="11335" y="947"/>
                  </a:cubicBezTo>
                  <a:lnTo>
                    <a:pt x="1262" y="11019"/>
                  </a:lnTo>
                  <a:cubicBezTo>
                    <a:pt x="0" y="12281"/>
                    <a:pt x="0" y="14317"/>
                    <a:pt x="1262" y="15567"/>
                  </a:cubicBezTo>
                  <a:lnTo>
                    <a:pt x="11335" y="25652"/>
                  </a:lnTo>
                  <a:cubicBezTo>
                    <a:pt x="11966" y="26283"/>
                    <a:pt x="12791" y="26599"/>
                    <a:pt x="13614" y="26599"/>
                  </a:cubicBezTo>
                  <a:cubicBezTo>
                    <a:pt x="14437" y="26599"/>
                    <a:pt x="15258" y="26283"/>
                    <a:pt x="15883" y="25652"/>
                  </a:cubicBezTo>
                  <a:lnTo>
                    <a:pt x="25968" y="15567"/>
                  </a:lnTo>
                  <a:cubicBezTo>
                    <a:pt x="27230" y="14317"/>
                    <a:pt x="27230" y="12281"/>
                    <a:pt x="25968" y="11019"/>
                  </a:cubicBezTo>
                  <a:lnTo>
                    <a:pt x="15883" y="947"/>
                  </a:lnTo>
                  <a:cubicBezTo>
                    <a:pt x="15258" y="316"/>
                    <a:pt x="14437" y="0"/>
                    <a:pt x="13614" y="0"/>
                  </a:cubicBezTo>
                  <a:close/>
                </a:path>
              </a:pathLst>
            </a:custGeom>
            <a:solidFill>
              <a:schemeClr val="accent2"/>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500">
                <a:solidFill>
                  <a:schemeClr val="lt1"/>
                </a:solidFill>
                <a:latin typeface="Fira Sans Extra Condensed Medium"/>
                <a:ea typeface="Fira Sans Extra Condensed Medium"/>
                <a:cs typeface="Fira Sans Extra Condensed Medium"/>
                <a:sym typeface="Fira Sans Extra Condensed Medium"/>
              </a:endParaRPr>
            </a:p>
          </p:txBody>
        </p:sp>
        <p:cxnSp>
          <p:nvCxnSpPr>
            <p:cNvPr id="333" name="Google Shape;333;p37"/>
            <p:cNvCxnSpPr/>
            <p:nvPr/>
          </p:nvCxnSpPr>
          <p:spPr>
            <a:xfrm rot="10800000">
              <a:off x="3488525" y="3082848"/>
              <a:ext cx="786900" cy="0"/>
            </a:xfrm>
            <a:prstGeom prst="straightConnector1">
              <a:avLst/>
            </a:prstGeom>
            <a:noFill/>
            <a:ln w="9525" cap="flat" cmpd="sng">
              <a:solidFill>
                <a:schemeClr val="accent2"/>
              </a:solidFill>
              <a:prstDash val="solid"/>
              <a:round/>
              <a:headEnd type="none" w="med" len="med"/>
              <a:tailEnd type="none" w="med" len="med"/>
            </a:ln>
          </p:spPr>
        </p:cxnSp>
        <p:sp>
          <p:nvSpPr>
            <p:cNvPr id="334" name="Google Shape;334;p37"/>
            <p:cNvSpPr/>
            <p:nvPr/>
          </p:nvSpPr>
          <p:spPr>
            <a:xfrm>
              <a:off x="3393175" y="2993013"/>
              <a:ext cx="186600" cy="186600"/>
            </a:xfrm>
            <a:prstGeom prst="ellipse">
              <a:avLst/>
            </a:pr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 name="Google Shape;335;p37"/>
          <p:cNvGrpSpPr/>
          <p:nvPr/>
        </p:nvGrpSpPr>
        <p:grpSpPr>
          <a:xfrm>
            <a:off x="3393175" y="1615121"/>
            <a:ext cx="1738581" cy="879296"/>
            <a:chOff x="3393175" y="1615121"/>
            <a:chExt cx="1738581" cy="879296"/>
          </a:xfrm>
        </p:grpSpPr>
        <p:sp>
          <p:nvSpPr>
            <p:cNvPr id="336" name="Google Shape;336;p37"/>
            <p:cNvSpPr/>
            <p:nvPr/>
          </p:nvSpPr>
          <p:spPr>
            <a:xfrm>
              <a:off x="4231600" y="1615121"/>
              <a:ext cx="900156" cy="879296"/>
            </a:xfrm>
            <a:custGeom>
              <a:avLst/>
              <a:gdLst/>
              <a:ahLst/>
              <a:cxnLst/>
              <a:rect l="l" t="t" r="r" b="b"/>
              <a:pathLst>
                <a:path w="27230" h="26599" extrusionOk="0">
                  <a:moveTo>
                    <a:pt x="13614" y="0"/>
                  </a:moveTo>
                  <a:cubicBezTo>
                    <a:pt x="12791" y="0"/>
                    <a:pt x="11966" y="316"/>
                    <a:pt x="11335" y="947"/>
                  </a:cubicBezTo>
                  <a:lnTo>
                    <a:pt x="1262" y="11019"/>
                  </a:lnTo>
                  <a:cubicBezTo>
                    <a:pt x="0" y="12281"/>
                    <a:pt x="0" y="14317"/>
                    <a:pt x="1262" y="15567"/>
                  </a:cubicBezTo>
                  <a:lnTo>
                    <a:pt x="11335" y="25652"/>
                  </a:lnTo>
                  <a:cubicBezTo>
                    <a:pt x="11966" y="26283"/>
                    <a:pt x="12791" y="26599"/>
                    <a:pt x="13614" y="26599"/>
                  </a:cubicBezTo>
                  <a:cubicBezTo>
                    <a:pt x="14437" y="26599"/>
                    <a:pt x="15258" y="26283"/>
                    <a:pt x="15883" y="25652"/>
                  </a:cubicBezTo>
                  <a:lnTo>
                    <a:pt x="25968" y="15567"/>
                  </a:lnTo>
                  <a:cubicBezTo>
                    <a:pt x="27230" y="14317"/>
                    <a:pt x="27230" y="12281"/>
                    <a:pt x="25968" y="11019"/>
                  </a:cubicBezTo>
                  <a:lnTo>
                    <a:pt x="15883" y="947"/>
                  </a:lnTo>
                  <a:cubicBezTo>
                    <a:pt x="15258" y="316"/>
                    <a:pt x="14437" y="0"/>
                    <a:pt x="13614" y="0"/>
                  </a:cubicBezTo>
                  <a:close/>
                </a:path>
              </a:pathLst>
            </a:custGeom>
            <a:solidFill>
              <a:schemeClr val="lt2"/>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500">
                <a:solidFill>
                  <a:schemeClr val="lt1"/>
                </a:solidFill>
                <a:latin typeface="Fira Sans Extra Condensed Medium"/>
                <a:ea typeface="Fira Sans Extra Condensed Medium"/>
                <a:cs typeface="Fira Sans Extra Condensed Medium"/>
                <a:sym typeface="Fira Sans Extra Condensed Medium"/>
              </a:endParaRPr>
            </a:p>
          </p:txBody>
        </p:sp>
        <p:cxnSp>
          <p:nvCxnSpPr>
            <p:cNvPr id="337" name="Google Shape;337;p37"/>
            <p:cNvCxnSpPr/>
            <p:nvPr/>
          </p:nvCxnSpPr>
          <p:spPr>
            <a:xfrm rot="10800000">
              <a:off x="3504725" y="2052525"/>
              <a:ext cx="770700" cy="0"/>
            </a:xfrm>
            <a:prstGeom prst="straightConnector1">
              <a:avLst/>
            </a:prstGeom>
            <a:noFill/>
            <a:ln w="9525" cap="flat" cmpd="sng">
              <a:solidFill>
                <a:schemeClr val="lt2"/>
              </a:solidFill>
              <a:prstDash val="solid"/>
              <a:round/>
              <a:headEnd type="none" w="med" len="med"/>
              <a:tailEnd type="none" w="med" len="med"/>
            </a:ln>
          </p:spPr>
        </p:cxnSp>
        <p:sp>
          <p:nvSpPr>
            <p:cNvPr id="338" name="Google Shape;338;p37"/>
            <p:cNvSpPr/>
            <p:nvPr/>
          </p:nvSpPr>
          <p:spPr>
            <a:xfrm>
              <a:off x="3393175" y="1961463"/>
              <a:ext cx="186600" cy="186600"/>
            </a:xfrm>
            <a:prstGeom prst="ellipse">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9" name="Google Shape;339;p37"/>
          <p:cNvGrpSpPr/>
          <p:nvPr/>
        </p:nvGrpSpPr>
        <p:grpSpPr>
          <a:xfrm>
            <a:off x="3080825" y="581133"/>
            <a:ext cx="2050931" cy="1077409"/>
            <a:chOff x="3080825" y="581133"/>
            <a:chExt cx="2050931" cy="1077409"/>
          </a:xfrm>
        </p:grpSpPr>
        <p:grpSp>
          <p:nvGrpSpPr>
            <p:cNvPr id="340" name="Google Shape;340;p37"/>
            <p:cNvGrpSpPr/>
            <p:nvPr/>
          </p:nvGrpSpPr>
          <p:grpSpPr>
            <a:xfrm>
              <a:off x="3109325" y="581133"/>
              <a:ext cx="2022431" cy="982568"/>
              <a:chOff x="3109325" y="581133"/>
              <a:chExt cx="2022431" cy="982568"/>
            </a:xfrm>
          </p:grpSpPr>
          <p:sp>
            <p:nvSpPr>
              <p:cNvPr id="341" name="Google Shape;341;p37"/>
              <p:cNvSpPr/>
              <p:nvPr/>
            </p:nvSpPr>
            <p:spPr>
              <a:xfrm>
                <a:off x="4231600" y="581133"/>
                <a:ext cx="900156" cy="879296"/>
              </a:xfrm>
              <a:custGeom>
                <a:avLst/>
                <a:gdLst/>
                <a:ahLst/>
                <a:cxnLst/>
                <a:rect l="l" t="t" r="r" b="b"/>
                <a:pathLst>
                  <a:path w="27230" h="26599" extrusionOk="0">
                    <a:moveTo>
                      <a:pt x="13614" y="0"/>
                    </a:moveTo>
                    <a:cubicBezTo>
                      <a:pt x="12791" y="0"/>
                      <a:pt x="11966" y="316"/>
                      <a:pt x="11335" y="947"/>
                    </a:cubicBezTo>
                    <a:lnTo>
                      <a:pt x="1262" y="11019"/>
                    </a:lnTo>
                    <a:cubicBezTo>
                      <a:pt x="0" y="12281"/>
                      <a:pt x="0" y="14317"/>
                      <a:pt x="1262" y="15567"/>
                    </a:cubicBezTo>
                    <a:lnTo>
                      <a:pt x="11335" y="25652"/>
                    </a:lnTo>
                    <a:cubicBezTo>
                      <a:pt x="11966" y="26283"/>
                      <a:pt x="12791" y="26599"/>
                      <a:pt x="13614" y="26599"/>
                    </a:cubicBezTo>
                    <a:cubicBezTo>
                      <a:pt x="14437" y="26599"/>
                      <a:pt x="15258" y="26283"/>
                      <a:pt x="15883" y="25652"/>
                    </a:cubicBezTo>
                    <a:lnTo>
                      <a:pt x="25968" y="15567"/>
                    </a:lnTo>
                    <a:cubicBezTo>
                      <a:pt x="27230" y="14317"/>
                      <a:pt x="27230" y="12281"/>
                      <a:pt x="25968" y="11019"/>
                    </a:cubicBezTo>
                    <a:lnTo>
                      <a:pt x="15883" y="947"/>
                    </a:lnTo>
                    <a:cubicBezTo>
                      <a:pt x="15258" y="316"/>
                      <a:pt x="14437" y="0"/>
                      <a:pt x="13614" y="0"/>
                    </a:cubicBezTo>
                    <a:close/>
                  </a:path>
                </a:pathLst>
              </a:custGeom>
              <a:solidFill>
                <a:schemeClr val="accent4"/>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500">
                  <a:solidFill>
                    <a:schemeClr val="lt1"/>
                  </a:solidFill>
                  <a:latin typeface="Fira Sans Extra Condensed Medium"/>
                  <a:ea typeface="Fira Sans Extra Condensed Medium"/>
                  <a:cs typeface="Fira Sans Extra Condensed Medium"/>
                  <a:sym typeface="Fira Sans Extra Condensed Medium"/>
                </a:endParaRPr>
              </a:p>
            </p:txBody>
          </p:sp>
          <p:cxnSp>
            <p:nvCxnSpPr>
              <p:cNvPr id="342" name="Google Shape;342;p37"/>
              <p:cNvCxnSpPr/>
              <p:nvPr/>
            </p:nvCxnSpPr>
            <p:spPr>
              <a:xfrm flipH="1">
                <a:off x="3109325" y="1014101"/>
                <a:ext cx="1166100" cy="549600"/>
              </a:xfrm>
              <a:prstGeom prst="bentConnector3">
                <a:avLst>
                  <a:gd name="adj1" fmla="val 38959"/>
                </a:avLst>
              </a:prstGeom>
              <a:noFill/>
              <a:ln w="9525" cap="flat" cmpd="sng">
                <a:solidFill>
                  <a:schemeClr val="accent4"/>
                </a:solidFill>
                <a:prstDash val="solid"/>
                <a:round/>
                <a:headEnd type="none" w="med" len="med"/>
                <a:tailEnd type="none" w="med" len="med"/>
              </a:ln>
            </p:spPr>
          </p:cxnSp>
        </p:grpSp>
        <p:sp>
          <p:nvSpPr>
            <p:cNvPr id="343" name="Google Shape;343;p37"/>
            <p:cNvSpPr/>
            <p:nvPr/>
          </p:nvSpPr>
          <p:spPr>
            <a:xfrm>
              <a:off x="3080825" y="1471942"/>
              <a:ext cx="186600" cy="186600"/>
            </a:xfrm>
            <a:prstGeom prst="ellipse">
              <a:avLst/>
            </a:prstGeom>
            <a:solidFill>
              <a:schemeClr val="accent4"/>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4" name="Google Shape;344;p37"/>
          <p:cNvSpPr txBox="1">
            <a:spLocks noGrp="1"/>
          </p:cNvSpPr>
          <p:nvPr>
            <p:ph type="title"/>
          </p:nvPr>
        </p:nvSpPr>
        <p:spPr>
          <a:xfrm>
            <a:off x="4231600" y="623425"/>
            <a:ext cx="900000" cy="79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01</a:t>
            </a:r>
            <a:endParaRPr>
              <a:solidFill>
                <a:schemeClr val="lt1"/>
              </a:solidFill>
            </a:endParaRPr>
          </a:p>
        </p:txBody>
      </p:sp>
      <p:sp>
        <p:nvSpPr>
          <p:cNvPr id="345" name="Google Shape;345;p37"/>
          <p:cNvSpPr txBox="1">
            <a:spLocks noGrp="1"/>
          </p:cNvSpPr>
          <p:nvPr>
            <p:ph type="title" idx="2"/>
          </p:nvPr>
        </p:nvSpPr>
        <p:spPr>
          <a:xfrm>
            <a:off x="4231600" y="1656185"/>
            <a:ext cx="900000" cy="79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02</a:t>
            </a:r>
            <a:endParaRPr>
              <a:solidFill>
                <a:schemeClr val="lt1"/>
              </a:solidFill>
            </a:endParaRPr>
          </a:p>
        </p:txBody>
      </p:sp>
      <p:sp>
        <p:nvSpPr>
          <p:cNvPr id="346" name="Google Shape;346;p37"/>
          <p:cNvSpPr txBox="1">
            <a:spLocks noGrp="1"/>
          </p:cNvSpPr>
          <p:nvPr>
            <p:ph type="title" idx="3"/>
          </p:nvPr>
        </p:nvSpPr>
        <p:spPr>
          <a:xfrm>
            <a:off x="4231600" y="2689257"/>
            <a:ext cx="900000" cy="79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03</a:t>
            </a:r>
            <a:endParaRPr>
              <a:solidFill>
                <a:schemeClr val="lt1"/>
              </a:solidFill>
            </a:endParaRPr>
          </a:p>
        </p:txBody>
      </p:sp>
      <p:sp>
        <p:nvSpPr>
          <p:cNvPr id="347" name="Google Shape;347;p37"/>
          <p:cNvSpPr txBox="1">
            <a:spLocks noGrp="1"/>
          </p:cNvSpPr>
          <p:nvPr>
            <p:ph type="title" idx="4"/>
          </p:nvPr>
        </p:nvSpPr>
        <p:spPr>
          <a:xfrm>
            <a:off x="4231600" y="3730761"/>
            <a:ext cx="900000" cy="79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04</a:t>
            </a:r>
            <a:endParaRPr>
              <a:solidFill>
                <a:schemeClr val="lt1"/>
              </a:solidFill>
            </a:endParaRPr>
          </a:p>
        </p:txBody>
      </p:sp>
      <p:sp>
        <p:nvSpPr>
          <p:cNvPr id="348" name="Google Shape;348;p37"/>
          <p:cNvSpPr txBox="1">
            <a:spLocks noGrp="1"/>
          </p:cNvSpPr>
          <p:nvPr>
            <p:ph type="subTitle" idx="1"/>
          </p:nvPr>
        </p:nvSpPr>
        <p:spPr>
          <a:xfrm>
            <a:off x="5177225" y="758875"/>
            <a:ext cx="3046800" cy="24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Mục tiêu</a:t>
            </a:r>
            <a:endParaRPr/>
          </a:p>
        </p:txBody>
      </p:sp>
      <p:sp>
        <p:nvSpPr>
          <p:cNvPr id="349" name="Google Shape;349;p37"/>
          <p:cNvSpPr txBox="1">
            <a:spLocks noGrp="1"/>
          </p:cNvSpPr>
          <p:nvPr>
            <p:ph type="subTitle" idx="5"/>
          </p:nvPr>
        </p:nvSpPr>
        <p:spPr>
          <a:xfrm>
            <a:off x="5177225" y="1043600"/>
            <a:ext cx="3413750" cy="24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Phân tích tầm nhìn &amp; mục tiêu</a:t>
            </a:r>
            <a:endParaRPr/>
          </a:p>
        </p:txBody>
      </p:sp>
      <p:sp>
        <p:nvSpPr>
          <p:cNvPr id="350" name="Google Shape;350;p37"/>
          <p:cNvSpPr txBox="1">
            <a:spLocks noGrp="1"/>
          </p:cNvSpPr>
          <p:nvPr>
            <p:ph type="subTitle" idx="6"/>
          </p:nvPr>
        </p:nvSpPr>
        <p:spPr>
          <a:xfrm>
            <a:off x="5177225" y="1787517"/>
            <a:ext cx="3046800" cy="24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Các giai đoạn phát triển</a:t>
            </a:r>
            <a:endParaRPr/>
          </a:p>
        </p:txBody>
      </p:sp>
      <p:sp>
        <p:nvSpPr>
          <p:cNvPr id="351" name="Google Shape;351;p37"/>
          <p:cNvSpPr txBox="1">
            <a:spLocks noGrp="1"/>
          </p:cNvSpPr>
          <p:nvPr>
            <p:ph type="subTitle" idx="7"/>
          </p:nvPr>
        </p:nvSpPr>
        <p:spPr>
          <a:xfrm>
            <a:off x="5177225" y="2072243"/>
            <a:ext cx="3046800" cy="24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Chia nhỏ các giai đoạn</a:t>
            </a:r>
            <a:endParaRPr/>
          </a:p>
        </p:txBody>
      </p:sp>
      <p:sp>
        <p:nvSpPr>
          <p:cNvPr id="352" name="Google Shape;352;p37"/>
          <p:cNvSpPr txBox="1">
            <a:spLocks noGrp="1"/>
          </p:cNvSpPr>
          <p:nvPr>
            <p:ph type="subTitle" idx="8"/>
          </p:nvPr>
        </p:nvSpPr>
        <p:spPr>
          <a:xfrm>
            <a:off x="5177225" y="2821536"/>
            <a:ext cx="3046800" cy="24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Nguồn lực</a:t>
            </a:r>
            <a:endParaRPr/>
          </a:p>
        </p:txBody>
      </p:sp>
      <p:sp>
        <p:nvSpPr>
          <p:cNvPr id="353" name="Google Shape;353;p37"/>
          <p:cNvSpPr txBox="1">
            <a:spLocks noGrp="1"/>
          </p:cNvSpPr>
          <p:nvPr>
            <p:ph type="subTitle" idx="9"/>
          </p:nvPr>
        </p:nvSpPr>
        <p:spPr>
          <a:xfrm>
            <a:off x="5177225" y="3106262"/>
            <a:ext cx="3046800" cy="24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Tài lực và nhân lực</a:t>
            </a:r>
            <a:endParaRPr/>
          </a:p>
        </p:txBody>
      </p:sp>
      <p:sp>
        <p:nvSpPr>
          <p:cNvPr id="354" name="Google Shape;354;p37"/>
          <p:cNvSpPr txBox="1">
            <a:spLocks noGrp="1"/>
          </p:cNvSpPr>
          <p:nvPr>
            <p:ph type="subTitle" idx="13"/>
          </p:nvPr>
        </p:nvSpPr>
        <p:spPr>
          <a:xfrm>
            <a:off x="5177225" y="3865592"/>
            <a:ext cx="3046800" cy="24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Quy ước</a:t>
            </a:r>
            <a:endParaRPr/>
          </a:p>
        </p:txBody>
      </p:sp>
      <p:sp>
        <p:nvSpPr>
          <p:cNvPr id="355" name="Google Shape;355;p37"/>
          <p:cNvSpPr txBox="1">
            <a:spLocks noGrp="1"/>
          </p:cNvSpPr>
          <p:nvPr>
            <p:ph type="subTitle" idx="14"/>
          </p:nvPr>
        </p:nvSpPr>
        <p:spPr>
          <a:xfrm>
            <a:off x="5177225" y="4150318"/>
            <a:ext cx="3046800" cy="24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Những điều lệ tham gia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38"/>
          <p:cNvSpPr txBox="1">
            <a:spLocks noGrp="1"/>
          </p:cNvSpPr>
          <p:nvPr>
            <p:ph type="title" idx="2"/>
          </p:nvPr>
        </p:nvSpPr>
        <p:spPr>
          <a:xfrm>
            <a:off x="2307300" y="1106125"/>
            <a:ext cx="4529400" cy="167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sp>
        <p:nvSpPr>
          <p:cNvPr id="361" name="Google Shape;361;p38"/>
          <p:cNvSpPr txBox="1">
            <a:spLocks noGrp="1"/>
          </p:cNvSpPr>
          <p:nvPr>
            <p:ph type="title"/>
          </p:nvPr>
        </p:nvSpPr>
        <p:spPr>
          <a:xfrm>
            <a:off x="1789200" y="2777991"/>
            <a:ext cx="5565600" cy="63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MỤC TIÊU</a:t>
            </a:r>
            <a:endParaRPr/>
          </a:p>
        </p:txBody>
      </p:sp>
      <p:sp>
        <p:nvSpPr>
          <p:cNvPr id="3" name="Subtitle 2">
            <a:extLst>
              <a:ext uri="{FF2B5EF4-FFF2-40B4-BE49-F238E27FC236}">
                <a16:creationId xmlns:a16="http://schemas.microsoft.com/office/drawing/2014/main" id="{B83D10C1-4CE0-4C91-A634-6A4A270605CF}"/>
              </a:ext>
            </a:extLst>
          </p:cNvPr>
          <p:cNvSpPr>
            <a:spLocks noGrp="1"/>
          </p:cNvSpPr>
          <p:nvPr>
            <p:ph type="subTitle" idx="1"/>
          </p:nvPr>
        </p:nvSpPr>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9"/>
          <p:cNvSpPr txBox="1">
            <a:spLocks noGrp="1"/>
          </p:cNvSpPr>
          <p:nvPr>
            <p:ph type="title"/>
          </p:nvPr>
        </p:nvSpPr>
        <p:spPr>
          <a:xfrm>
            <a:off x="713225" y="445025"/>
            <a:ext cx="7717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TẠI SAO CẦN CHÚNG TA?</a:t>
            </a:r>
            <a:endParaRPr/>
          </a:p>
        </p:txBody>
      </p:sp>
      <p:sp>
        <p:nvSpPr>
          <p:cNvPr id="2" name="Rectangle 1">
            <a:extLst>
              <a:ext uri="{FF2B5EF4-FFF2-40B4-BE49-F238E27FC236}">
                <a16:creationId xmlns:a16="http://schemas.microsoft.com/office/drawing/2014/main" id="{14E97E08-942E-448F-A9DD-2B195E11CA37}"/>
              </a:ext>
            </a:extLst>
          </p:cNvPr>
          <p:cNvSpPr/>
          <p:nvPr/>
        </p:nvSpPr>
        <p:spPr>
          <a:xfrm>
            <a:off x="555868" y="1430039"/>
            <a:ext cx="8032264" cy="522514"/>
          </a:xfrm>
          <a:prstGeom prst="rect">
            <a:avLst/>
          </a:prstGeom>
          <a:solidFill>
            <a:srgbClr val="0085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Công ty vừa và nhỏ </a:t>
            </a:r>
            <a:r>
              <a:rPr lang="en-US">
                <a:solidFill>
                  <a:srgbClr val="FFFF00"/>
                </a:solidFill>
              </a:rPr>
              <a:t>có phòng đào tạo </a:t>
            </a:r>
            <a:r>
              <a:rPr lang="en-US">
                <a:solidFill>
                  <a:srgbClr val="FFFFFF"/>
                </a:solidFill>
              </a:rPr>
              <a:t>cần đào tạo </a:t>
            </a:r>
            <a:r>
              <a:rPr lang="en-US">
                <a:solidFill>
                  <a:srgbClr val="FFFF00"/>
                </a:solidFill>
              </a:rPr>
              <a:t>số lượng lớn</a:t>
            </a:r>
            <a:r>
              <a:rPr lang="en-US"/>
              <a:t> và</a:t>
            </a:r>
            <a:r>
              <a:rPr lang="en-US">
                <a:solidFill>
                  <a:srgbClr val="FFFF00"/>
                </a:solidFill>
              </a:rPr>
              <a:t> liên tục </a:t>
            </a:r>
            <a:r>
              <a:rPr lang="en-US"/>
              <a:t>nhưng </a:t>
            </a:r>
            <a:r>
              <a:rPr lang="en-US">
                <a:solidFill>
                  <a:srgbClr val="FFFF00"/>
                </a:solidFill>
              </a:rPr>
              <a:t>ít/chưa </a:t>
            </a:r>
            <a:r>
              <a:rPr lang="en-US"/>
              <a:t>áp dụng </a:t>
            </a:r>
            <a:r>
              <a:rPr lang="en-US">
                <a:solidFill>
                  <a:srgbClr val="FFFF00"/>
                </a:solidFill>
              </a:rPr>
              <a:t>công nghệ </a:t>
            </a:r>
            <a:r>
              <a:rPr lang="en-US"/>
              <a:t>vào đào tạo</a:t>
            </a:r>
          </a:p>
        </p:txBody>
      </p:sp>
      <p:sp>
        <p:nvSpPr>
          <p:cNvPr id="39" name="Rectangle 38">
            <a:extLst>
              <a:ext uri="{FF2B5EF4-FFF2-40B4-BE49-F238E27FC236}">
                <a16:creationId xmlns:a16="http://schemas.microsoft.com/office/drawing/2014/main" id="{F8A3CB7C-0E8C-4836-861C-58B2FF40450F}"/>
              </a:ext>
            </a:extLst>
          </p:cNvPr>
          <p:cNvSpPr/>
          <p:nvPr/>
        </p:nvSpPr>
        <p:spPr>
          <a:xfrm>
            <a:off x="555868" y="2056111"/>
            <a:ext cx="8032264" cy="522514"/>
          </a:xfrm>
          <a:prstGeom prst="rect">
            <a:avLst/>
          </a:prstGeom>
          <a:solidFill>
            <a:srgbClr val="0085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Các công ty cần đào tạo nhân viên nhưng đang </a:t>
            </a:r>
            <a:r>
              <a:rPr lang="en-US">
                <a:solidFill>
                  <a:srgbClr val="FFFF00"/>
                </a:solidFill>
              </a:rPr>
              <a:t>gặp khó khăn </a:t>
            </a:r>
            <a:r>
              <a:rPr lang="en-US"/>
              <a:t>trong việc </a:t>
            </a:r>
            <a:r>
              <a:rPr lang="en-US">
                <a:solidFill>
                  <a:srgbClr val="FFFF00"/>
                </a:solidFill>
              </a:rPr>
              <a:t>quản lý/nâng cao hiệu quả </a:t>
            </a:r>
            <a:r>
              <a:rPr lang="en-US"/>
              <a:t>đào tạo </a:t>
            </a:r>
          </a:p>
        </p:txBody>
      </p:sp>
      <p:sp>
        <p:nvSpPr>
          <p:cNvPr id="40" name="Rectangle 39">
            <a:extLst>
              <a:ext uri="{FF2B5EF4-FFF2-40B4-BE49-F238E27FC236}">
                <a16:creationId xmlns:a16="http://schemas.microsoft.com/office/drawing/2014/main" id="{58C1480E-636B-4E91-BC05-287D268EB30B}"/>
              </a:ext>
            </a:extLst>
          </p:cNvPr>
          <p:cNvSpPr/>
          <p:nvPr/>
        </p:nvSpPr>
        <p:spPr>
          <a:xfrm>
            <a:off x="555868" y="2682183"/>
            <a:ext cx="8032264" cy="522514"/>
          </a:xfrm>
          <a:prstGeom prst="rect">
            <a:avLst/>
          </a:prstGeom>
          <a:solidFill>
            <a:srgbClr val="0085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Việc đào tạo gặp khó khăn trong việc thu hút nhân viên vì nhân viên </a:t>
            </a:r>
            <a:r>
              <a:rPr lang="en-US">
                <a:solidFill>
                  <a:srgbClr val="FFFF00"/>
                </a:solidFill>
              </a:rPr>
              <a:t>không tích cực học tập </a:t>
            </a:r>
          </a:p>
        </p:txBody>
      </p:sp>
      <p:sp>
        <p:nvSpPr>
          <p:cNvPr id="41" name="Rectangle 40">
            <a:extLst>
              <a:ext uri="{FF2B5EF4-FFF2-40B4-BE49-F238E27FC236}">
                <a16:creationId xmlns:a16="http://schemas.microsoft.com/office/drawing/2014/main" id="{CE05ED14-6138-4BE0-AED1-A9BB860E95B8}"/>
              </a:ext>
            </a:extLst>
          </p:cNvPr>
          <p:cNvSpPr/>
          <p:nvPr/>
        </p:nvSpPr>
        <p:spPr>
          <a:xfrm>
            <a:off x="555868" y="3308255"/>
            <a:ext cx="8032264" cy="522514"/>
          </a:xfrm>
          <a:prstGeom prst="rect">
            <a:avLst/>
          </a:prstGeom>
          <a:solidFill>
            <a:srgbClr val="0085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Việc áp dụng công nghệ đào tạo online gặp khó khăn vì không quen lại </a:t>
            </a:r>
            <a:r>
              <a:rPr lang="en-US">
                <a:solidFill>
                  <a:srgbClr val="FFFF00"/>
                </a:solidFill>
              </a:rPr>
              <a:t>thao tác quá nhiều </a:t>
            </a:r>
            <a:r>
              <a:rPr lang="en-US"/>
              <a:t>và </a:t>
            </a:r>
            <a:r>
              <a:rPr lang="en-US">
                <a:solidFill>
                  <a:srgbClr val="FFFF00"/>
                </a:solidFill>
              </a:rPr>
              <a:t>phức tạp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9"/>
          <p:cNvSpPr txBox="1">
            <a:spLocks noGrp="1"/>
          </p:cNvSpPr>
          <p:nvPr>
            <p:ph type="title"/>
          </p:nvPr>
        </p:nvSpPr>
        <p:spPr>
          <a:xfrm>
            <a:off x="713225" y="445025"/>
            <a:ext cx="7717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HƯỚNG GIẢI QUYẾT</a:t>
            </a:r>
            <a:endParaRPr/>
          </a:p>
        </p:txBody>
      </p:sp>
      <p:sp>
        <p:nvSpPr>
          <p:cNvPr id="2" name="Rectangle 1">
            <a:extLst>
              <a:ext uri="{FF2B5EF4-FFF2-40B4-BE49-F238E27FC236}">
                <a16:creationId xmlns:a16="http://schemas.microsoft.com/office/drawing/2014/main" id="{14E97E08-942E-448F-A9DD-2B195E11CA37}"/>
              </a:ext>
            </a:extLst>
          </p:cNvPr>
          <p:cNvSpPr/>
          <p:nvPr/>
        </p:nvSpPr>
        <p:spPr>
          <a:xfrm>
            <a:off x="555868" y="1430039"/>
            <a:ext cx="3369864" cy="522514"/>
          </a:xfrm>
          <a:prstGeom prst="rect">
            <a:avLst/>
          </a:prstGeom>
          <a:solidFill>
            <a:srgbClr val="0085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00"/>
                </a:solidFill>
              </a:rPr>
              <a:t>ít/chưa </a:t>
            </a:r>
            <a:r>
              <a:rPr lang="en-US"/>
              <a:t>áp dụng </a:t>
            </a:r>
            <a:r>
              <a:rPr lang="en-US">
                <a:solidFill>
                  <a:srgbClr val="FFFF00"/>
                </a:solidFill>
              </a:rPr>
              <a:t>công nghệ </a:t>
            </a:r>
            <a:r>
              <a:rPr lang="en-US"/>
              <a:t>vào đào tạo</a:t>
            </a:r>
          </a:p>
        </p:txBody>
      </p:sp>
      <p:sp>
        <p:nvSpPr>
          <p:cNvPr id="39" name="Rectangle 38">
            <a:extLst>
              <a:ext uri="{FF2B5EF4-FFF2-40B4-BE49-F238E27FC236}">
                <a16:creationId xmlns:a16="http://schemas.microsoft.com/office/drawing/2014/main" id="{F8A3CB7C-0E8C-4836-861C-58B2FF40450F}"/>
              </a:ext>
            </a:extLst>
          </p:cNvPr>
          <p:cNvSpPr/>
          <p:nvPr/>
        </p:nvSpPr>
        <p:spPr>
          <a:xfrm>
            <a:off x="555868" y="2056111"/>
            <a:ext cx="3369864" cy="522514"/>
          </a:xfrm>
          <a:prstGeom prst="rect">
            <a:avLst/>
          </a:prstGeom>
          <a:solidFill>
            <a:srgbClr val="0085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Khó khan khi </a:t>
            </a:r>
            <a:r>
              <a:rPr lang="en-US">
                <a:solidFill>
                  <a:srgbClr val="FFFF00"/>
                </a:solidFill>
              </a:rPr>
              <a:t>quản lý/nâng cao hiệu quả </a:t>
            </a:r>
            <a:r>
              <a:rPr lang="en-US"/>
              <a:t>đào tạo </a:t>
            </a:r>
          </a:p>
        </p:txBody>
      </p:sp>
      <p:sp>
        <p:nvSpPr>
          <p:cNvPr id="40" name="Rectangle 39">
            <a:extLst>
              <a:ext uri="{FF2B5EF4-FFF2-40B4-BE49-F238E27FC236}">
                <a16:creationId xmlns:a16="http://schemas.microsoft.com/office/drawing/2014/main" id="{58C1480E-636B-4E91-BC05-287D268EB30B}"/>
              </a:ext>
            </a:extLst>
          </p:cNvPr>
          <p:cNvSpPr/>
          <p:nvPr/>
        </p:nvSpPr>
        <p:spPr>
          <a:xfrm>
            <a:off x="555868" y="2682183"/>
            <a:ext cx="3369864" cy="522514"/>
          </a:xfrm>
          <a:prstGeom prst="rect">
            <a:avLst/>
          </a:prstGeom>
          <a:solidFill>
            <a:srgbClr val="0085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nhân viên </a:t>
            </a:r>
            <a:r>
              <a:rPr lang="en-US">
                <a:solidFill>
                  <a:srgbClr val="FFFF00"/>
                </a:solidFill>
              </a:rPr>
              <a:t>không tích cực học tập </a:t>
            </a:r>
          </a:p>
        </p:txBody>
      </p:sp>
      <p:sp>
        <p:nvSpPr>
          <p:cNvPr id="41" name="Rectangle 40">
            <a:extLst>
              <a:ext uri="{FF2B5EF4-FFF2-40B4-BE49-F238E27FC236}">
                <a16:creationId xmlns:a16="http://schemas.microsoft.com/office/drawing/2014/main" id="{CE05ED14-6138-4BE0-AED1-A9BB860E95B8}"/>
              </a:ext>
            </a:extLst>
          </p:cNvPr>
          <p:cNvSpPr/>
          <p:nvPr/>
        </p:nvSpPr>
        <p:spPr>
          <a:xfrm>
            <a:off x="555868" y="3308255"/>
            <a:ext cx="3369864" cy="522514"/>
          </a:xfrm>
          <a:prstGeom prst="rect">
            <a:avLst/>
          </a:prstGeom>
          <a:solidFill>
            <a:srgbClr val="0085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00"/>
                </a:solidFill>
              </a:rPr>
              <a:t>Thao tác quá nhiều </a:t>
            </a:r>
            <a:r>
              <a:rPr lang="en-US"/>
              <a:t>và </a:t>
            </a:r>
            <a:r>
              <a:rPr lang="en-US">
                <a:solidFill>
                  <a:srgbClr val="FFFF00"/>
                </a:solidFill>
              </a:rPr>
              <a:t>phức tạp </a:t>
            </a:r>
          </a:p>
        </p:txBody>
      </p:sp>
      <p:sp>
        <p:nvSpPr>
          <p:cNvPr id="7" name="Rectangle 6">
            <a:extLst>
              <a:ext uri="{FF2B5EF4-FFF2-40B4-BE49-F238E27FC236}">
                <a16:creationId xmlns:a16="http://schemas.microsoft.com/office/drawing/2014/main" id="{9BCEC6AA-97AC-451A-9288-443CF1EBE8D0}"/>
              </a:ext>
            </a:extLst>
          </p:cNvPr>
          <p:cNvSpPr/>
          <p:nvPr/>
        </p:nvSpPr>
        <p:spPr>
          <a:xfrm>
            <a:off x="4737128" y="1430039"/>
            <a:ext cx="3851003" cy="522514"/>
          </a:xfrm>
          <a:prstGeom prst="rect">
            <a:avLst/>
          </a:prstGeom>
          <a:solidFill>
            <a:srgbClr val="0085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Sản xuất công nghệ </a:t>
            </a:r>
            <a:r>
              <a:rPr lang="en-US">
                <a:solidFill>
                  <a:srgbClr val="FFFF00"/>
                </a:solidFill>
              </a:rPr>
              <a:t>vừa đủ </a:t>
            </a:r>
            <a:r>
              <a:rPr lang="en-US">
                <a:solidFill>
                  <a:srgbClr val="FFFFFF"/>
                </a:solidFill>
              </a:rPr>
              <a:t>đáp ứng </a:t>
            </a:r>
            <a:r>
              <a:rPr lang="en-US">
                <a:solidFill>
                  <a:srgbClr val="FFFF00"/>
                </a:solidFill>
              </a:rPr>
              <a:t>nhu cầu</a:t>
            </a:r>
          </a:p>
        </p:txBody>
      </p:sp>
      <p:sp>
        <p:nvSpPr>
          <p:cNvPr id="8" name="Rectangle 7">
            <a:extLst>
              <a:ext uri="{FF2B5EF4-FFF2-40B4-BE49-F238E27FC236}">
                <a16:creationId xmlns:a16="http://schemas.microsoft.com/office/drawing/2014/main" id="{7947B67A-9BEC-412A-BA5B-0109CAC6B322}"/>
              </a:ext>
            </a:extLst>
          </p:cNvPr>
          <p:cNvSpPr/>
          <p:nvPr/>
        </p:nvSpPr>
        <p:spPr>
          <a:xfrm>
            <a:off x="4737128" y="2056111"/>
            <a:ext cx="3851003" cy="522514"/>
          </a:xfrm>
          <a:prstGeom prst="rect">
            <a:avLst/>
          </a:prstGeom>
          <a:solidFill>
            <a:srgbClr val="0085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Tập trung vào </a:t>
            </a:r>
            <a:r>
              <a:rPr lang="en-US">
                <a:solidFill>
                  <a:srgbClr val="FFFF00"/>
                </a:solidFill>
              </a:rPr>
              <a:t>hiệu quả đầu ra</a:t>
            </a:r>
          </a:p>
        </p:txBody>
      </p:sp>
      <p:sp>
        <p:nvSpPr>
          <p:cNvPr id="9" name="Rectangle 8">
            <a:extLst>
              <a:ext uri="{FF2B5EF4-FFF2-40B4-BE49-F238E27FC236}">
                <a16:creationId xmlns:a16="http://schemas.microsoft.com/office/drawing/2014/main" id="{570E5CFF-D1CB-42AB-8386-627F579F4A1A}"/>
              </a:ext>
            </a:extLst>
          </p:cNvPr>
          <p:cNvSpPr/>
          <p:nvPr/>
        </p:nvSpPr>
        <p:spPr>
          <a:xfrm>
            <a:off x="4737127" y="2682183"/>
            <a:ext cx="3851003" cy="522514"/>
          </a:xfrm>
          <a:prstGeom prst="rect">
            <a:avLst/>
          </a:prstGeom>
          <a:solidFill>
            <a:srgbClr val="0085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Tạo môi trường </a:t>
            </a:r>
            <a:r>
              <a:rPr lang="en-US">
                <a:solidFill>
                  <a:srgbClr val="FFFF00"/>
                </a:solidFill>
              </a:rPr>
              <a:t>tự giác </a:t>
            </a:r>
            <a:r>
              <a:rPr lang="en-US">
                <a:solidFill>
                  <a:srgbClr val="FFFFFF"/>
                </a:solidFill>
              </a:rPr>
              <a:t>học và </a:t>
            </a:r>
            <a:r>
              <a:rPr lang="en-US">
                <a:solidFill>
                  <a:srgbClr val="FFFF00"/>
                </a:solidFill>
              </a:rPr>
              <a:t>cạnh tranh </a:t>
            </a:r>
            <a:r>
              <a:rPr lang="en-US">
                <a:solidFill>
                  <a:srgbClr val="FFFFFF"/>
                </a:solidFill>
              </a:rPr>
              <a:t>công bằng</a:t>
            </a:r>
            <a:endParaRPr lang="en-US">
              <a:solidFill>
                <a:srgbClr val="FFFF00"/>
              </a:solidFill>
            </a:endParaRPr>
          </a:p>
        </p:txBody>
      </p:sp>
      <p:sp>
        <p:nvSpPr>
          <p:cNvPr id="10" name="Rectangle 9">
            <a:extLst>
              <a:ext uri="{FF2B5EF4-FFF2-40B4-BE49-F238E27FC236}">
                <a16:creationId xmlns:a16="http://schemas.microsoft.com/office/drawing/2014/main" id="{FF63C945-F754-4121-B786-9C0A1779E60B}"/>
              </a:ext>
            </a:extLst>
          </p:cNvPr>
          <p:cNvSpPr/>
          <p:nvPr/>
        </p:nvSpPr>
        <p:spPr>
          <a:xfrm>
            <a:off x="4737126" y="3308255"/>
            <a:ext cx="3851003" cy="522514"/>
          </a:xfrm>
          <a:prstGeom prst="rect">
            <a:avLst/>
          </a:prstGeom>
          <a:solidFill>
            <a:srgbClr val="0085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Hệ thống </a:t>
            </a:r>
            <a:r>
              <a:rPr lang="en-US">
                <a:solidFill>
                  <a:srgbClr val="FFFF00"/>
                </a:solidFill>
              </a:rPr>
              <a:t>tối giản </a:t>
            </a:r>
            <a:r>
              <a:rPr lang="en-US">
                <a:solidFill>
                  <a:srgbClr val="FFFFFF"/>
                </a:solidFill>
              </a:rPr>
              <a:t>các </a:t>
            </a:r>
            <a:r>
              <a:rPr lang="en-US">
                <a:solidFill>
                  <a:srgbClr val="FFFF00"/>
                </a:solidFill>
              </a:rPr>
              <a:t>thao tác </a:t>
            </a:r>
            <a:r>
              <a:rPr lang="en-US">
                <a:solidFill>
                  <a:srgbClr val="FFFFFF"/>
                </a:solidFill>
              </a:rPr>
              <a:t>của cả nhân viên và người đào tạo</a:t>
            </a:r>
            <a:endParaRPr lang="en-US">
              <a:solidFill>
                <a:srgbClr val="FFFF00"/>
              </a:solidFill>
            </a:endParaRPr>
          </a:p>
        </p:txBody>
      </p:sp>
    </p:spTree>
    <p:extLst>
      <p:ext uri="{BB962C8B-B14F-4D97-AF65-F5344CB8AC3E}">
        <p14:creationId xmlns:p14="http://schemas.microsoft.com/office/powerpoint/2010/main" val="892418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p59"/>
          <p:cNvSpPr/>
          <p:nvPr/>
        </p:nvSpPr>
        <p:spPr>
          <a:xfrm>
            <a:off x="433136" y="1354410"/>
            <a:ext cx="8277727" cy="1532367"/>
          </a:xfrm>
          <a:prstGeom prst="roundRect">
            <a:avLst>
              <a:gd name="adj" fmla="val 33947"/>
            </a:avLst>
          </a:prstGeom>
          <a:solidFill>
            <a:schemeClr val="accent3"/>
          </a:solidFill>
          <a:ln>
            <a:noFill/>
          </a:ln>
        </p:spPr>
        <p:txBody>
          <a:bodyPr spcFirstLastPara="1" wrap="square" lIns="640075" tIns="91425" rIns="640075" bIns="91425" anchor="ctr" anchorCtr="0">
            <a:noAutofit/>
          </a:bodyPr>
          <a:lstStyle/>
          <a:p>
            <a:pPr marL="0" lvl="0" indent="0" algn="ctr" rtl="0">
              <a:spcBef>
                <a:spcPts val="0"/>
              </a:spcBef>
              <a:spcAft>
                <a:spcPts val="0"/>
              </a:spcAft>
              <a:buNone/>
            </a:pPr>
            <a:endParaRPr sz="2500">
              <a:solidFill>
                <a:schemeClr val="dk1"/>
              </a:solidFill>
              <a:latin typeface="Montserrat Black"/>
              <a:ea typeface="Montserrat Black"/>
              <a:cs typeface="Montserrat Black"/>
              <a:sym typeface="Montserrat Black"/>
            </a:endParaRPr>
          </a:p>
        </p:txBody>
      </p:sp>
      <p:sp>
        <p:nvSpPr>
          <p:cNvPr id="1088" name="Google Shape;1088;p59"/>
          <p:cNvSpPr txBox="1">
            <a:spLocks noGrp="1"/>
          </p:cNvSpPr>
          <p:nvPr>
            <p:ph type="title"/>
          </p:nvPr>
        </p:nvSpPr>
        <p:spPr>
          <a:xfrm>
            <a:off x="625643" y="1354410"/>
            <a:ext cx="7775836" cy="153236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b="1">
                <a:latin typeface="Calibri" panose="020F0502020204030204" pitchFamily="34" charset="0"/>
                <a:cs typeface="Calibri" panose="020F0502020204030204" pitchFamily="34" charset="0"/>
              </a:rPr>
              <a:t>C</a:t>
            </a:r>
            <a:r>
              <a:rPr lang="en-US" sz="2400" b="1">
                <a:latin typeface="Calibri" panose="020F0502020204030204" pitchFamily="34" charset="0"/>
                <a:cs typeface="Calibri" panose="020F0502020204030204" pitchFamily="34" charset="0"/>
              </a:rPr>
              <a:t>u</a:t>
            </a:r>
            <a:r>
              <a:rPr lang="en" sz="2400" b="1">
                <a:latin typeface="Calibri" panose="020F0502020204030204" pitchFamily="34" charset="0"/>
                <a:cs typeface="Calibri" panose="020F0502020204030204" pitchFamily="34" charset="0"/>
              </a:rPr>
              <a:t>ng cấp giải pháp CNTT </a:t>
            </a:r>
            <a:r>
              <a:rPr lang="en" sz="2400" b="1">
                <a:solidFill>
                  <a:srgbClr val="00B0F0"/>
                </a:solidFill>
                <a:latin typeface="Calibri" panose="020F0502020204030204" pitchFamily="34" charset="0"/>
                <a:cs typeface="Calibri" panose="020F0502020204030204" pitchFamily="34" charset="0"/>
              </a:rPr>
              <a:t>nâng cao </a:t>
            </a:r>
            <a:r>
              <a:rPr lang="en" sz="2400" b="1">
                <a:latin typeface="Calibri" panose="020F0502020204030204" pitchFamily="34" charset="0"/>
                <a:cs typeface="Calibri" panose="020F0502020204030204" pitchFamily="34" charset="0"/>
              </a:rPr>
              <a:t>tính </a:t>
            </a:r>
            <a:r>
              <a:rPr lang="en" sz="2400" b="1">
                <a:solidFill>
                  <a:srgbClr val="FFFF00"/>
                </a:solidFill>
                <a:latin typeface="Calibri" panose="020F0502020204030204" pitchFamily="34" charset="0"/>
                <a:cs typeface="Calibri" panose="020F0502020204030204" pitchFamily="34" charset="0"/>
              </a:rPr>
              <a:t>tích cực </a:t>
            </a:r>
            <a:r>
              <a:rPr lang="en" sz="2400" b="1">
                <a:latin typeface="Calibri" panose="020F0502020204030204" pitchFamily="34" charset="0"/>
                <a:cs typeface="Calibri" panose="020F0502020204030204" pitchFamily="34" charset="0"/>
              </a:rPr>
              <a:t>học tập của nhân viên với </a:t>
            </a:r>
            <a:r>
              <a:rPr lang="en" sz="2400" b="1">
                <a:solidFill>
                  <a:srgbClr val="00B0F0"/>
                </a:solidFill>
                <a:latin typeface="Calibri" panose="020F0502020204030204" pitchFamily="34" charset="0"/>
                <a:cs typeface="Calibri" panose="020F0502020204030204" pitchFamily="34" charset="0"/>
              </a:rPr>
              <a:t>thao tác </a:t>
            </a:r>
            <a:r>
              <a:rPr lang="en" sz="2400" b="1">
                <a:solidFill>
                  <a:srgbClr val="002060"/>
                </a:solidFill>
                <a:latin typeface="Calibri" panose="020F0502020204030204" pitchFamily="34" charset="0"/>
                <a:cs typeface="Calibri" panose="020F0502020204030204" pitchFamily="34" charset="0"/>
              </a:rPr>
              <a:t>cực</a:t>
            </a:r>
            <a:r>
              <a:rPr lang="en" sz="2400" b="1">
                <a:solidFill>
                  <a:srgbClr val="FFFF00"/>
                </a:solidFill>
                <a:latin typeface="Calibri" panose="020F0502020204030204" pitchFamily="34" charset="0"/>
                <a:cs typeface="Calibri" panose="020F0502020204030204" pitchFamily="34" charset="0"/>
              </a:rPr>
              <a:t> đơn giản </a:t>
            </a:r>
            <a:r>
              <a:rPr lang="en" sz="2400" b="1">
                <a:solidFill>
                  <a:srgbClr val="00B0F0"/>
                </a:solidFill>
                <a:latin typeface="Calibri" panose="020F0502020204030204" pitchFamily="34" charset="0"/>
                <a:cs typeface="Calibri" panose="020F0502020204030204" pitchFamily="34" charset="0"/>
              </a:rPr>
              <a:t>tập trung </a:t>
            </a:r>
            <a:r>
              <a:rPr lang="en" sz="2400" b="1">
                <a:solidFill>
                  <a:srgbClr val="002060"/>
                </a:solidFill>
                <a:latin typeface="Calibri" panose="020F0502020204030204" pitchFamily="34" charset="0"/>
                <a:cs typeface="Calibri" panose="020F0502020204030204" pitchFamily="34" charset="0"/>
              </a:rPr>
              <a:t>hiệu quả </a:t>
            </a:r>
            <a:r>
              <a:rPr lang="en" sz="2400" b="1">
                <a:solidFill>
                  <a:srgbClr val="FFFF00"/>
                </a:solidFill>
                <a:latin typeface="Calibri" panose="020F0502020204030204" pitchFamily="34" charset="0"/>
                <a:cs typeface="Calibri" panose="020F0502020204030204" pitchFamily="34" charset="0"/>
              </a:rPr>
              <a:t>đầu ra </a:t>
            </a:r>
            <a:r>
              <a:rPr lang="en" sz="2400" b="1">
                <a:latin typeface="Calibri" panose="020F0502020204030204" pitchFamily="34" charset="0"/>
                <a:cs typeface="Calibri" panose="020F0502020204030204" pitchFamily="34" charset="0"/>
              </a:rPr>
              <a:t>và </a:t>
            </a:r>
            <a:r>
              <a:rPr lang="en" sz="2400" b="1">
                <a:solidFill>
                  <a:srgbClr val="00B0F0"/>
                </a:solidFill>
                <a:latin typeface="Calibri" panose="020F0502020204030204" pitchFamily="34" charset="0"/>
                <a:cs typeface="Calibri" panose="020F0502020204030204" pitchFamily="34" charset="0"/>
              </a:rPr>
              <a:t>tùy chỉnh </a:t>
            </a:r>
            <a:r>
              <a:rPr lang="en" sz="2400" b="1">
                <a:latin typeface="Calibri" panose="020F0502020204030204" pitchFamily="34" charset="0"/>
                <a:cs typeface="Calibri" panose="020F0502020204030204" pitchFamily="34" charset="0"/>
              </a:rPr>
              <a:t>vừa </a:t>
            </a:r>
            <a:r>
              <a:rPr lang="en" sz="2400" b="1">
                <a:solidFill>
                  <a:srgbClr val="FFFF00"/>
                </a:solidFill>
                <a:latin typeface="Calibri" panose="020F0502020204030204" pitchFamily="34" charset="0"/>
                <a:cs typeface="Calibri" panose="020F0502020204030204" pitchFamily="34" charset="0"/>
              </a:rPr>
              <a:t>đúng</a:t>
            </a:r>
            <a:r>
              <a:rPr lang="en" sz="2400" b="1">
                <a:latin typeface="Calibri" panose="020F0502020204030204" pitchFamily="34" charset="0"/>
                <a:cs typeface="Calibri" panose="020F0502020204030204" pitchFamily="34" charset="0"/>
              </a:rPr>
              <a:t> với </a:t>
            </a:r>
            <a:r>
              <a:rPr lang="en" sz="2400" b="1">
                <a:solidFill>
                  <a:srgbClr val="FFFF00"/>
                </a:solidFill>
                <a:latin typeface="Calibri" panose="020F0502020204030204" pitchFamily="34" charset="0"/>
                <a:cs typeface="Calibri" panose="020F0502020204030204" pitchFamily="34" charset="0"/>
              </a:rPr>
              <a:t>nhu cầu </a:t>
            </a:r>
            <a:r>
              <a:rPr lang="en" sz="2400" b="1">
                <a:latin typeface="Calibri" panose="020F0502020204030204" pitchFamily="34" charset="0"/>
                <a:cs typeface="Calibri" panose="020F0502020204030204" pitchFamily="34" charset="0"/>
              </a:rPr>
              <a:t>của doanh nghiệp.</a:t>
            </a:r>
            <a:endParaRPr sz="2400" b="1">
              <a:latin typeface="Calibri" panose="020F0502020204030204" pitchFamily="34" charset="0"/>
              <a:cs typeface="Calibri" panose="020F0502020204030204" pitchFamily="34" charset="0"/>
            </a:endParaRPr>
          </a:p>
        </p:txBody>
      </p:sp>
      <p:sp>
        <p:nvSpPr>
          <p:cNvPr id="4" name="Google Shape;367;p39">
            <a:extLst>
              <a:ext uri="{FF2B5EF4-FFF2-40B4-BE49-F238E27FC236}">
                <a16:creationId xmlns:a16="http://schemas.microsoft.com/office/drawing/2014/main" id="{E7325874-9688-4B44-A925-5BE55C7C43DE}"/>
              </a:ext>
            </a:extLst>
          </p:cNvPr>
          <p:cNvSpPr txBox="1">
            <a:spLocks/>
          </p:cNvSpPr>
          <p:nvPr/>
        </p:nvSpPr>
        <p:spPr>
          <a:xfrm>
            <a:off x="713225" y="445025"/>
            <a:ext cx="7717800"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Montserrat Black"/>
              <a:buNone/>
              <a:defRPr sz="2500" b="0" i="0" u="none" strike="noStrike" cap="none">
                <a:solidFill>
                  <a:schemeClr val="dk1"/>
                </a:solidFill>
                <a:latin typeface="Montserrat Black"/>
                <a:ea typeface="Montserrat Black"/>
                <a:cs typeface="Montserrat Black"/>
                <a:sym typeface="Montserrat Black"/>
              </a:defRPr>
            </a:lvl1pPr>
            <a:lvl2pPr marR="0" lvl="1" algn="l" rtl="0">
              <a:lnSpc>
                <a:spcPct val="100000"/>
              </a:lnSpc>
              <a:spcBef>
                <a:spcPts val="0"/>
              </a:spcBef>
              <a:spcAft>
                <a:spcPts val="0"/>
              </a:spcAft>
              <a:buClr>
                <a:schemeClr val="dk1"/>
              </a:buClr>
              <a:buSzPts val="2800"/>
              <a:buFont typeface="Montserrat Black"/>
              <a:buNone/>
              <a:defRPr sz="2800" b="0" i="0" u="none" strike="noStrike" cap="none">
                <a:solidFill>
                  <a:schemeClr val="dk1"/>
                </a:solidFill>
                <a:latin typeface="Open Sans"/>
                <a:ea typeface="Open Sans"/>
                <a:cs typeface="Open Sans"/>
                <a:sym typeface="Open Sans"/>
              </a:defRPr>
            </a:lvl2pPr>
            <a:lvl3pPr marR="0" lvl="2" algn="l" rtl="0">
              <a:lnSpc>
                <a:spcPct val="100000"/>
              </a:lnSpc>
              <a:spcBef>
                <a:spcPts val="0"/>
              </a:spcBef>
              <a:spcAft>
                <a:spcPts val="0"/>
              </a:spcAft>
              <a:buClr>
                <a:schemeClr val="dk1"/>
              </a:buClr>
              <a:buSzPts val="2800"/>
              <a:buFont typeface="Montserrat Black"/>
              <a:buNone/>
              <a:defRPr sz="2800" b="0" i="0" u="none" strike="noStrike" cap="none">
                <a:solidFill>
                  <a:schemeClr val="dk1"/>
                </a:solidFill>
                <a:latin typeface="Open Sans"/>
                <a:ea typeface="Open Sans"/>
                <a:cs typeface="Open Sans"/>
                <a:sym typeface="Open Sans"/>
              </a:defRPr>
            </a:lvl3pPr>
            <a:lvl4pPr marR="0" lvl="3" algn="l" rtl="0">
              <a:lnSpc>
                <a:spcPct val="100000"/>
              </a:lnSpc>
              <a:spcBef>
                <a:spcPts val="0"/>
              </a:spcBef>
              <a:spcAft>
                <a:spcPts val="0"/>
              </a:spcAft>
              <a:buClr>
                <a:schemeClr val="dk1"/>
              </a:buClr>
              <a:buSzPts val="2800"/>
              <a:buFont typeface="Montserrat Black"/>
              <a:buNone/>
              <a:defRPr sz="2800" b="0" i="0" u="none" strike="noStrike" cap="none">
                <a:solidFill>
                  <a:schemeClr val="dk1"/>
                </a:solidFill>
                <a:latin typeface="Open Sans"/>
                <a:ea typeface="Open Sans"/>
                <a:cs typeface="Open Sans"/>
                <a:sym typeface="Open Sans"/>
              </a:defRPr>
            </a:lvl4pPr>
            <a:lvl5pPr marR="0" lvl="4" algn="l" rtl="0">
              <a:lnSpc>
                <a:spcPct val="100000"/>
              </a:lnSpc>
              <a:spcBef>
                <a:spcPts val="0"/>
              </a:spcBef>
              <a:spcAft>
                <a:spcPts val="0"/>
              </a:spcAft>
              <a:buClr>
                <a:schemeClr val="dk1"/>
              </a:buClr>
              <a:buSzPts val="2800"/>
              <a:buFont typeface="Montserrat Black"/>
              <a:buNone/>
              <a:defRPr sz="2800" b="0" i="0" u="none" strike="noStrike" cap="none">
                <a:solidFill>
                  <a:schemeClr val="dk1"/>
                </a:solidFill>
                <a:latin typeface="Open Sans"/>
                <a:ea typeface="Open Sans"/>
                <a:cs typeface="Open Sans"/>
                <a:sym typeface="Open Sans"/>
              </a:defRPr>
            </a:lvl5pPr>
            <a:lvl6pPr marR="0" lvl="5" algn="l" rtl="0">
              <a:lnSpc>
                <a:spcPct val="100000"/>
              </a:lnSpc>
              <a:spcBef>
                <a:spcPts val="0"/>
              </a:spcBef>
              <a:spcAft>
                <a:spcPts val="0"/>
              </a:spcAft>
              <a:buClr>
                <a:schemeClr val="dk1"/>
              </a:buClr>
              <a:buSzPts val="2800"/>
              <a:buFont typeface="Montserrat Black"/>
              <a:buNone/>
              <a:defRPr sz="2800" b="0" i="0" u="none" strike="noStrike" cap="none">
                <a:solidFill>
                  <a:schemeClr val="dk1"/>
                </a:solidFill>
                <a:latin typeface="Open Sans"/>
                <a:ea typeface="Open Sans"/>
                <a:cs typeface="Open Sans"/>
                <a:sym typeface="Open Sans"/>
              </a:defRPr>
            </a:lvl6pPr>
            <a:lvl7pPr marR="0" lvl="6" algn="l" rtl="0">
              <a:lnSpc>
                <a:spcPct val="100000"/>
              </a:lnSpc>
              <a:spcBef>
                <a:spcPts val="0"/>
              </a:spcBef>
              <a:spcAft>
                <a:spcPts val="0"/>
              </a:spcAft>
              <a:buClr>
                <a:schemeClr val="dk1"/>
              </a:buClr>
              <a:buSzPts val="2800"/>
              <a:buFont typeface="Montserrat Black"/>
              <a:buNone/>
              <a:defRPr sz="2800" b="0" i="0" u="none" strike="noStrike" cap="none">
                <a:solidFill>
                  <a:schemeClr val="dk1"/>
                </a:solidFill>
                <a:latin typeface="Open Sans"/>
                <a:ea typeface="Open Sans"/>
                <a:cs typeface="Open Sans"/>
                <a:sym typeface="Open Sans"/>
              </a:defRPr>
            </a:lvl7pPr>
            <a:lvl8pPr marR="0" lvl="7" algn="l" rtl="0">
              <a:lnSpc>
                <a:spcPct val="100000"/>
              </a:lnSpc>
              <a:spcBef>
                <a:spcPts val="0"/>
              </a:spcBef>
              <a:spcAft>
                <a:spcPts val="0"/>
              </a:spcAft>
              <a:buClr>
                <a:schemeClr val="dk1"/>
              </a:buClr>
              <a:buSzPts val="2800"/>
              <a:buFont typeface="Montserrat Black"/>
              <a:buNone/>
              <a:defRPr sz="2800" b="0" i="0" u="none" strike="noStrike" cap="none">
                <a:solidFill>
                  <a:schemeClr val="dk1"/>
                </a:solidFill>
                <a:latin typeface="Open Sans"/>
                <a:ea typeface="Open Sans"/>
                <a:cs typeface="Open Sans"/>
                <a:sym typeface="Open Sans"/>
              </a:defRPr>
            </a:lvl8pPr>
            <a:lvl9pPr marR="0" lvl="8" algn="l" rtl="0">
              <a:lnSpc>
                <a:spcPct val="100000"/>
              </a:lnSpc>
              <a:spcBef>
                <a:spcPts val="0"/>
              </a:spcBef>
              <a:spcAft>
                <a:spcPts val="0"/>
              </a:spcAft>
              <a:buClr>
                <a:schemeClr val="dk1"/>
              </a:buClr>
              <a:buSzPts val="2800"/>
              <a:buFont typeface="Montserrat Black"/>
              <a:buNone/>
              <a:defRPr sz="2800" b="0" i="0" u="none" strike="noStrike" cap="none">
                <a:solidFill>
                  <a:schemeClr val="dk1"/>
                </a:solidFill>
                <a:latin typeface="Open Sans"/>
                <a:ea typeface="Open Sans"/>
                <a:cs typeface="Open Sans"/>
                <a:sym typeface="Open Sans"/>
              </a:defRPr>
            </a:lvl9pPr>
          </a:lstStyle>
          <a:p>
            <a:r>
              <a:rPr lang="en-US"/>
              <a:t>TẦM NHÌN VÀ MỤC TIÊU</a:t>
            </a:r>
            <a:endParaRPr lang="vi-VN"/>
          </a:p>
        </p:txBody>
      </p:sp>
      <p:sp>
        <p:nvSpPr>
          <p:cNvPr id="5" name="Google Shape;1087;p59">
            <a:extLst>
              <a:ext uri="{FF2B5EF4-FFF2-40B4-BE49-F238E27FC236}">
                <a16:creationId xmlns:a16="http://schemas.microsoft.com/office/drawing/2014/main" id="{68C96887-3E1F-444C-BE1D-777AD5B0625D}"/>
              </a:ext>
            </a:extLst>
          </p:cNvPr>
          <p:cNvSpPr/>
          <p:nvPr/>
        </p:nvSpPr>
        <p:spPr>
          <a:xfrm>
            <a:off x="462682" y="3166107"/>
            <a:ext cx="8277727" cy="1532367"/>
          </a:xfrm>
          <a:prstGeom prst="roundRect">
            <a:avLst>
              <a:gd name="adj" fmla="val 33947"/>
            </a:avLst>
          </a:prstGeom>
          <a:solidFill>
            <a:schemeClr val="accent3"/>
          </a:solidFill>
          <a:ln>
            <a:noFill/>
          </a:ln>
        </p:spPr>
        <p:txBody>
          <a:bodyPr spcFirstLastPara="1" wrap="square" lIns="640075" tIns="91425" rIns="640075" bIns="91425" anchor="ctr" anchorCtr="0">
            <a:noAutofit/>
          </a:bodyPr>
          <a:lstStyle/>
          <a:p>
            <a:pPr marL="0" lvl="0" indent="0" algn="ctr" rtl="0">
              <a:spcBef>
                <a:spcPts val="0"/>
              </a:spcBef>
              <a:spcAft>
                <a:spcPts val="0"/>
              </a:spcAft>
              <a:buNone/>
            </a:pPr>
            <a:endParaRPr sz="2500">
              <a:solidFill>
                <a:schemeClr val="dk1"/>
              </a:solidFill>
              <a:latin typeface="Montserrat Black"/>
              <a:ea typeface="Montserrat Black"/>
              <a:cs typeface="Montserrat Black"/>
              <a:sym typeface="Montserrat Black"/>
            </a:endParaRPr>
          </a:p>
        </p:txBody>
      </p:sp>
      <p:sp>
        <p:nvSpPr>
          <p:cNvPr id="6" name="Google Shape;1088;p59">
            <a:extLst>
              <a:ext uri="{FF2B5EF4-FFF2-40B4-BE49-F238E27FC236}">
                <a16:creationId xmlns:a16="http://schemas.microsoft.com/office/drawing/2014/main" id="{F3F9A7CD-999E-4C89-9C7B-4AFFAA513E4A}"/>
              </a:ext>
            </a:extLst>
          </p:cNvPr>
          <p:cNvSpPr txBox="1">
            <a:spLocks/>
          </p:cNvSpPr>
          <p:nvPr/>
        </p:nvSpPr>
        <p:spPr>
          <a:xfrm>
            <a:off x="655189" y="3166107"/>
            <a:ext cx="7775836" cy="153236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Montserrat Black"/>
              <a:buNone/>
              <a:defRPr sz="2500" b="0" i="0" u="none" strike="noStrike" cap="none">
                <a:solidFill>
                  <a:schemeClr val="dk1"/>
                </a:solidFill>
                <a:latin typeface="Montserrat Black"/>
                <a:ea typeface="Montserrat Black"/>
                <a:cs typeface="Montserrat Black"/>
                <a:sym typeface="Montserrat Black"/>
              </a:defRPr>
            </a:lvl1pPr>
            <a:lvl2pPr marR="0" lvl="1" algn="l" rtl="0">
              <a:lnSpc>
                <a:spcPct val="100000"/>
              </a:lnSpc>
              <a:spcBef>
                <a:spcPts val="0"/>
              </a:spcBef>
              <a:spcAft>
                <a:spcPts val="0"/>
              </a:spcAft>
              <a:buClr>
                <a:schemeClr val="dk1"/>
              </a:buClr>
              <a:buSzPts val="2800"/>
              <a:buFont typeface="Montserrat Black"/>
              <a:buNone/>
              <a:defRPr sz="2800" b="0" i="0" u="none" strike="noStrike" cap="none">
                <a:solidFill>
                  <a:schemeClr val="dk1"/>
                </a:solidFill>
                <a:latin typeface="Open Sans"/>
                <a:ea typeface="Open Sans"/>
                <a:cs typeface="Open Sans"/>
                <a:sym typeface="Open Sans"/>
              </a:defRPr>
            </a:lvl2pPr>
            <a:lvl3pPr marR="0" lvl="2" algn="l" rtl="0">
              <a:lnSpc>
                <a:spcPct val="100000"/>
              </a:lnSpc>
              <a:spcBef>
                <a:spcPts val="0"/>
              </a:spcBef>
              <a:spcAft>
                <a:spcPts val="0"/>
              </a:spcAft>
              <a:buClr>
                <a:schemeClr val="dk1"/>
              </a:buClr>
              <a:buSzPts val="2800"/>
              <a:buFont typeface="Montserrat Black"/>
              <a:buNone/>
              <a:defRPr sz="2800" b="0" i="0" u="none" strike="noStrike" cap="none">
                <a:solidFill>
                  <a:schemeClr val="dk1"/>
                </a:solidFill>
                <a:latin typeface="Open Sans"/>
                <a:ea typeface="Open Sans"/>
                <a:cs typeface="Open Sans"/>
                <a:sym typeface="Open Sans"/>
              </a:defRPr>
            </a:lvl3pPr>
            <a:lvl4pPr marR="0" lvl="3" algn="l" rtl="0">
              <a:lnSpc>
                <a:spcPct val="100000"/>
              </a:lnSpc>
              <a:spcBef>
                <a:spcPts val="0"/>
              </a:spcBef>
              <a:spcAft>
                <a:spcPts val="0"/>
              </a:spcAft>
              <a:buClr>
                <a:schemeClr val="dk1"/>
              </a:buClr>
              <a:buSzPts val="2800"/>
              <a:buFont typeface="Montserrat Black"/>
              <a:buNone/>
              <a:defRPr sz="2800" b="0" i="0" u="none" strike="noStrike" cap="none">
                <a:solidFill>
                  <a:schemeClr val="dk1"/>
                </a:solidFill>
                <a:latin typeface="Open Sans"/>
                <a:ea typeface="Open Sans"/>
                <a:cs typeface="Open Sans"/>
                <a:sym typeface="Open Sans"/>
              </a:defRPr>
            </a:lvl4pPr>
            <a:lvl5pPr marR="0" lvl="4" algn="l" rtl="0">
              <a:lnSpc>
                <a:spcPct val="100000"/>
              </a:lnSpc>
              <a:spcBef>
                <a:spcPts val="0"/>
              </a:spcBef>
              <a:spcAft>
                <a:spcPts val="0"/>
              </a:spcAft>
              <a:buClr>
                <a:schemeClr val="dk1"/>
              </a:buClr>
              <a:buSzPts val="2800"/>
              <a:buFont typeface="Montserrat Black"/>
              <a:buNone/>
              <a:defRPr sz="2800" b="0" i="0" u="none" strike="noStrike" cap="none">
                <a:solidFill>
                  <a:schemeClr val="dk1"/>
                </a:solidFill>
                <a:latin typeface="Open Sans"/>
                <a:ea typeface="Open Sans"/>
                <a:cs typeface="Open Sans"/>
                <a:sym typeface="Open Sans"/>
              </a:defRPr>
            </a:lvl5pPr>
            <a:lvl6pPr marR="0" lvl="5" algn="l" rtl="0">
              <a:lnSpc>
                <a:spcPct val="100000"/>
              </a:lnSpc>
              <a:spcBef>
                <a:spcPts val="0"/>
              </a:spcBef>
              <a:spcAft>
                <a:spcPts val="0"/>
              </a:spcAft>
              <a:buClr>
                <a:schemeClr val="dk1"/>
              </a:buClr>
              <a:buSzPts val="2800"/>
              <a:buFont typeface="Montserrat Black"/>
              <a:buNone/>
              <a:defRPr sz="2800" b="0" i="0" u="none" strike="noStrike" cap="none">
                <a:solidFill>
                  <a:schemeClr val="dk1"/>
                </a:solidFill>
                <a:latin typeface="Open Sans"/>
                <a:ea typeface="Open Sans"/>
                <a:cs typeface="Open Sans"/>
                <a:sym typeface="Open Sans"/>
              </a:defRPr>
            </a:lvl6pPr>
            <a:lvl7pPr marR="0" lvl="6" algn="l" rtl="0">
              <a:lnSpc>
                <a:spcPct val="100000"/>
              </a:lnSpc>
              <a:spcBef>
                <a:spcPts val="0"/>
              </a:spcBef>
              <a:spcAft>
                <a:spcPts val="0"/>
              </a:spcAft>
              <a:buClr>
                <a:schemeClr val="dk1"/>
              </a:buClr>
              <a:buSzPts val="2800"/>
              <a:buFont typeface="Montserrat Black"/>
              <a:buNone/>
              <a:defRPr sz="2800" b="0" i="0" u="none" strike="noStrike" cap="none">
                <a:solidFill>
                  <a:schemeClr val="dk1"/>
                </a:solidFill>
                <a:latin typeface="Open Sans"/>
                <a:ea typeface="Open Sans"/>
                <a:cs typeface="Open Sans"/>
                <a:sym typeface="Open Sans"/>
              </a:defRPr>
            </a:lvl7pPr>
            <a:lvl8pPr marR="0" lvl="7" algn="l" rtl="0">
              <a:lnSpc>
                <a:spcPct val="100000"/>
              </a:lnSpc>
              <a:spcBef>
                <a:spcPts val="0"/>
              </a:spcBef>
              <a:spcAft>
                <a:spcPts val="0"/>
              </a:spcAft>
              <a:buClr>
                <a:schemeClr val="dk1"/>
              </a:buClr>
              <a:buSzPts val="2800"/>
              <a:buFont typeface="Montserrat Black"/>
              <a:buNone/>
              <a:defRPr sz="2800" b="0" i="0" u="none" strike="noStrike" cap="none">
                <a:solidFill>
                  <a:schemeClr val="dk1"/>
                </a:solidFill>
                <a:latin typeface="Open Sans"/>
                <a:ea typeface="Open Sans"/>
                <a:cs typeface="Open Sans"/>
                <a:sym typeface="Open Sans"/>
              </a:defRPr>
            </a:lvl8pPr>
            <a:lvl9pPr marR="0" lvl="8" algn="l" rtl="0">
              <a:lnSpc>
                <a:spcPct val="100000"/>
              </a:lnSpc>
              <a:spcBef>
                <a:spcPts val="0"/>
              </a:spcBef>
              <a:spcAft>
                <a:spcPts val="0"/>
              </a:spcAft>
              <a:buClr>
                <a:schemeClr val="dk1"/>
              </a:buClr>
              <a:buSzPts val="2800"/>
              <a:buFont typeface="Montserrat Black"/>
              <a:buNone/>
              <a:defRPr sz="2800" b="0" i="0" u="none" strike="noStrike" cap="none">
                <a:solidFill>
                  <a:schemeClr val="dk1"/>
                </a:solidFill>
                <a:latin typeface="Open Sans"/>
                <a:ea typeface="Open Sans"/>
                <a:cs typeface="Open Sans"/>
                <a:sym typeface="Open Sans"/>
              </a:defRPr>
            </a:lvl9pPr>
          </a:lstStyle>
          <a:p>
            <a:r>
              <a:rPr lang="en-US" sz="2400" b="1">
                <a:latin typeface="Calibri" panose="020F0502020204030204" pitchFamily="34" charset="0"/>
                <a:cs typeface="Calibri" panose="020F0502020204030204" pitchFamily="34" charset="0"/>
              </a:rPr>
              <a:t>TẠO RA SẢN PHẨM HOÀN CHỈNH VÀ CUNG CẤP GIẢI PHÁP CHO 10 DOANH NGHIỆP TRONG 1 NĂM TỚI.</a:t>
            </a:r>
            <a:endParaRPr lang="vi-VN" sz="2400" b="1">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96278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38"/>
          <p:cNvSpPr txBox="1">
            <a:spLocks noGrp="1"/>
          </p:cNvSpPr>
          <p:nvPr>
            <p:ph type="title" idx="2"/>
          </p:nvPr>
        </p:nvSpPr>
        <p:spPr>
          <a:xfrm>
            <a:off x="2307300" y="1106125"/>
            <a:ext cx="4529400" cy="167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02</a:t>
            </a:r>
            <a:endParaRPr/>
          </a:p>
        </p:txBody>
      </p:sp>
      <p:sp>
        <p:nvSpPr>
          <p:cNvPr id="361" name="Google Shape;361;p38"/>
          <p:cNvSpPr txBox="1">
            <a:spLocks noGrp="1"/>
          </p:cNvSpPr>
          <p:nvPr>
            <p:ph type="title"/>
          </p:nvPr>
        </p:nvSpPr>
        <p:spPr>
          <a:xfrm>
            <a:off x="1789200" y="2777991"/>
            <a:ext cx="5565600" cy="63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CÁC GIAI ĐOẠN PHÁT TRIỂN</a:t>
            </a:r>
            <a:endParaRPr/>
          </a:p>
        </p:txBody>
      </p:sp>
    </p:spTree>
    <p:extLst>
      <p:ext uri="{BB962C8B-B14F-4D97-AF65-F5344CB8AC3E}">
        <p14:creationId xmlns:p14="http://schemas.microsoft.com/office/powerpoint/2010/main" val="1049878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325"/>
        <p:cNvGrpSpPr/>
        <p:nvPr/>
      </p:nvGrpSpPr>
      <p:grpSpPr>
        <a:xfrm>
          <a:off x="0" y="0"/>
          <a:ext cx="0" cy="0"/>
          <a:chOff x="0" y="0"/>
          <a:chExt cx="0" cy="0"/>
        </a:xfrm>
      </p:grpSpPr>
      <p:sp>
        <p:nvSpPr>
          <p:cNvPr id="1326" name="Google Shape;1326;p65"/>
          <p:cNvSpPr txBox="1">
            <a:spLocks noGrp="1"/>
          </p:cNvSpPr>
          <p:nvPr>
            <p:ph type="title"/>
          </p:nvPr>
        </p:nvSpPr>
        <p:spPr>
          <a:xfrm>
            <a:off x="713100" y="279487"/>
            <a:ext cx="7717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Manufacturing Plan</a:t>
            </a:r>
            <a:endParaRPr/>
          </a:p>
        </p:txBody>
      </p:sp>
      <p:pic>
        <p:nvPicPr>
          <p:cNvPr id="11" name="Picture 10">
            <a:extLst>
              <a:ext uri="{FF2B5EF4-FFF2-40B4-BE49-F238E27FC236}">
                <a16:creationId xmlns:a16="http://schemas.microsoft.com/office/drawing/2014/main" id="{5E400912-0C6F-415A-A9C1-4276EA70323A}"/>
              </a:ext>
            </a:extLst>
          </p:cNvPr>
          <p:cNvPicPr>
            <a:picLocks noChangeAspect="1"/>
          </p:cNvPicPr>
          <p:nvPr/>
        </p:nvPicPr>
        <p:blipFill>
          <a:blip r:embed="rId3"/>
          <a:stretch>
            <a:fillRect/>
          </a:stretch>
        </p:blipFill>
        <p:spPr>
          <a:xfrm>
            <a:off x="122382" y="933999"/>
            <a:ext cx="8899236" cy="40163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38"/>
          <p:cNvSpPr txBox="1">
            <a:spLocks noGrp="1"/>
          </p:cNvSpPr>
          <p:nvPr>
            <p:ph type="title" idx="2"/>
          </p:nvPr>
        </p:nvSpPr>
        <p:spPr>
          <a:xfrm>
            <a:off x="2307300" y="1106125"/>
            <a:ext cx="4529400" cy="167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03</a:t>
            </a:r>
            <a:endParaRPr/>
          </a:p>
        </p:txBody>
      </p:sp>
      <p:sp>
        <p:nvSpPr>
          <p:cNvPr id="361" name="Google Shape;361;p38"/>
          <p:cNvSpPr txBox="1">
            <a:spLocks noGrp="1"/>
          </p:cNvSpPr>
          <p:nvPr>
            <p:ph type="title"/>
          </p:nvPr>
        </p:nvSpPr>
        <p:spPr>
          <a:xfrm>
            <a:off x="1789200" y="3025498"/>
            <a:ext cx="5565600" cy="63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N</a:t>
            </a:r>
            <a:r>
              <a:rPr lang="en"/>
              <a:t>GUỒN LỰC &amp; TÀI LỰC</a:t>
            </a:r>
            <a:endParaRPr/>
          </a:p>
        </p:txBody>
      </p:sp>
    </p:spTree>
    <p:extLst>
      <p:ext uri="{BB962C8B-B14F-4D97-AF65-F5344CB8AC3E}">
        <p14:creationId xmlns:p14="http://schemas.microsoft.com/office/powerpoint/2010/main" val="3359345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9"/>
        <p:cNvGrpSpPr/>
        <p:nvPr/>
      </p:nvGrpSpPr>
      <p:grpSpPr>
        <a:xfrm>
          <a:off x="0" y="0"/>
          <a:ext cx="0" cy="0"/>
          <a:chOff x="0" y="0"/>
          <a:chExt cx="0" cy="0"/>
        </a:xfrm>
      </p:grpSpPr>
      <p:sp>
        <p:nvSpPr>
          <p:cNvPr id="1410" name="Google Shape;1410;p67"/>
          <p:cNvSpPr/>
          <p:nvPr/>
        </p:nvSpPr>
        <p:spPr>
          <a:xfrm rot="10800000" flipH="1">
            <a:off x="4664243" y="2015458"/>
            <a:ext cx="1792504" cy="2409300"/>
          </a:xfrm>
          <a:prstGeom prst="round2SameRect">
            <a:avLst>
              <a:gd name="adj1" fmla="val 5396"/>
              <a:gd name="adj2" fmla="val 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11" name="Google Shape;1411;p67"/>
          <p:cNvSpPr/>
          <p:nvPr/>
        </p:nvSpPr>
        <p:spPr>
          <a:xfrm rot="10800000" flipH="1">
            <a:off x="6641226" y="2015458"/>
            <a:ext cx="1792500" cy="2409300"/>
          </a:xfrm>
          <a:prstGeom prst="round2SameRect">
            <a:avLst>
              <a:gd name="adj1" fmla="val 5556"/>
              <a:gd name="adj2" fmla="val 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12" name="Google Shape;1412;p67"/>
          <p:cNvSpPr/>
          <p:nvPr/>
        </p:nvSpPr>
        <p:spPr>
          <a:xfrm rot="10800000" flipH="1">
            <a:off x="710277" y="2015458"/>
            <a:ext cx="1792500" cy="2409300"/>
          </a:xfrm>
          <a:prstGeom prst="round2SameRect">
            <a:avLst>
              <a:gd name="adj1" fmla="val 5874"/>
              <a:gd name="adj2" fmla="val 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13" name="Google Shape;1413;p67"/>
          <p:cNvSpPr/>
          <p:nvPr/>
        </p:nvSpPr>
        <p:spPr>
          <a:xfrm rot="10800000" flipH="1">
            <a:off x="2687260" y="2015458"/>
            <a:ext cx="1792500" cy="2409300"/>
          </a:xfrm>
          <a:prstGeom prst="round2SameRect">
            <a:avLst>
              <a:gd name="adj1" fmla="val 6301"/>
              <a:gd name="adj2" fmla="val 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14" name="Google Shape;1414;p67"/>
          <p:cNvSpPr txBox="1">
            <a:spLocks noGrp="1"/>
          </p:cNvSpPr>
          <p:nvPr>
            <p:ph type="title"/>
          </p:nvPr>
        </p:nvSpPr>
        <p:spPr>
          <a:xfrm>
            <a:off x="713225" y="445025"/>
            <a:ext cx="7717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CÔNG VIỆC</a:t>
            </a:r>
            <a:endParaRPr/>
          </a:p>
        </p:txBody>
      </p:sp>
      <p:sp>
        <p:nvSpPr>
          <p:cNvPr id="1416" name="Google Shape;1416;p67"/>
          <p:cNvSpPr txBox="1"/>
          <p:nvPr/>
        </p:nvSpPr>
        <p:spPr>
          <a:xfrm>
            <a:off x="4730420" y="2512458"/>
            <a:ext cx="1632600" cy="76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a:latin typeface="Open Sans"/>
                <a:ea typeface="Open Sans"/>
                <a:cs typeface="Open Sans"/>
                <a:sym typeface="Open Sans"/>
              </a:rPr>
              <a:t>Q</a:t>
            </a:r>
            <a:r>
              <a:rPr lang="en" sz="1200">
                <a:latin typeface="Open Sans"/>
                <a:ea typeface="Open Sans"/>
                <a:cs typeface="Open Sans"/>
                <a:sym typeface="Open Sans"/>
              </a:rPr>
              <a:t>uản lý hiệu suất hệ thống</a:t>
            </a:r>
            <a:endParaRPr sz="1200">
              <a:latin typeface="Open Sans"/>
              <a:ea typeface="Open Sans"/>
              <a:cs typeface="Open Sans"/>
              <a:sym typeface="Open Sans"/>
            </a:endParaRPr>
          </a:p>
        </p:txBody>
      </p:sp>
      <p:sp>
        <p:nvSpPr>
          <p:cNvPr id="1417" name="Google Shape;1417;p67"/>
          <p:cNvSpPr/>
          <p:nvPr/>
        </p:nvSpPr>
        <p:spPr>
          <a:xfrm>
            <a:off x="4664248" y="1300650"/>
            <a:ext cx="1792500" cy="661800"/>
          </a:xfrm>
          <a:prstGeom prst="round2SameRect">
            <a:avLst>
              <a:gd name="adj1" fmla="val 16667"/>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600" b="1">
                <a:solidFill>
                  <a:schemeClr val="lt1"/>
                </a:solidFill>
                <a:latin typeface="Open Sans"/>
                <a:ea typeface="Open Sans"/>
                <a:cs typeface="Open Sans"/>
                <a:sym typeface="Open Sans"/>
              </a:rPr>
              <a:t>DEVELOPER</a:t>
            </a:r>
            <a:endParaRPr sz="1600" b="1">
              <a:latin typeface="Open Sans"/>
              <a:ea typeface="Open Sans"/>
              <a:cs typeface="Open Sans"/>
              <a:sym typeface="Open Sans"/>
            </a:endParaRPr>
          </a:p>
        </p:txBody>
      </p:sp>
      <p:sp>
        <p:nvSpPr>
          <p:cNvPr id="1419" name="Google Shape;1419;p67"/>
          <p:cNvSpPr txBox="1"/>
          <p:nvPr/>
        </p:nvSpPr>
        <p:spPr>
          <a:xfrm>
            <a:off x="6707402" y="2512458"/>
            <a:ext cx="1632600" cy="76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a:latin typeface="Open Sans"/>
                <a:ea typeface="Open Sans"/>
                <a:cs typeface="Open Sans"/>
                <a:sym typeface="Open Sans"/>
              </a:rPr>
              <a:t>Q</a:t>
            </a:r>
            <a:r>
              <a:rPr lang="en" sz="1200">
                <a:latin typeface="Open Sans"/>
                <a:ea typeface="Open Sans"/>
                <a:cs typeface="Open Sans"/>
                <a:sym typeface="Open Sans"/>
              </a:rPr>
              <a:t>uản lý quan hệ khách hàng</a:t>
            </a:r>
            <a:endParaRPr sz="1200">
              <a:latin typeface="Open Sans"/>
              <a:ea typeface="Open Sans"/>
              <a:cs typeface="Open Sans"/>
              <a:sym typeface="Open Sans"/>
            </a:endParaRPr>
          </a:p>
        </p:txBody>
      </p:sp>
      <p:sp>
        <p:nvSpPr>
          <p:cNvPr id="1420" name="Google Shape;1420;p67"/>
          <p:cNvSpPr/>
          <p:nvPr/>
        </p:nvSpPr>
        <p:spPr>
          <a:xfrm>
            <a:off x="6641222" y="1300651"/>
            <a:ext cx="1792500" cy="661800"/>
          </a:xfrm>
          <a:prstGeom prst="round2SameRect">
            <a:avLst>
              <a:gd name="adj1" fmla="val 16667"/>
              <a:gd name="adj2" fmla="val 0"/>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600" b="1">
                <a:solidFill>
                  <a:schemeClr val="lt1"/>
                </a:solidFill>
                <a:latin typeface="Open Sans"/>
                <a:ea typeface="Open Sans"/>
                <a:cs typeface="Open Sans"/>
                <a:sym typeface="Open Sans"/>
              </a:rPr>
              <a:t>SALE MAN</a:t>
            </a:r>
            <a:endParaRPr sz="1600" b="1">
              <a:latin typeface="Open Sans"/>
              <a:ea typeface="Open Sans"/>
              <a:cs typeface="Open Sans"/>
              <a:sym typeface="Open Sans"/>
            </a:endParaRPr>
          </a:p>
        </p:txBody>
      </p:sp>
      <p:sp>
        <p:nvSpPr>
          <p:cNvPr id="1422" name="Google Shape;1422;p67"/>
          <p:cNvSpPr txBox="1"/>
          <p:nvPr/>
        </p:nvSpPr>
        <p:spPr>
          <a:xfrm>
            <a:off x="776454" y="2512458"/>
            <a:ext cx="1632600" cy="76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a:latin typeface="Open Sans"/>
                <a:ea typeface="Open Sans"/>
                <a:cs typeface="Open Sans"/>
                <a:sym typeface="Open Sans"/>
              </a:rPr>
              <a:t>Quyết định hướng đi sản phẩm</a:t>
            </a:r>
            <a:endParaRPr sz="1200">
              <a:latin typeface="Open Sans"/>
              <a:ea typeface="Open Sans"/>
              <a:cs typeface="Open Sans"/>
              <a:sym typeface="Open Sans"/>
            </a:endParaRPr>
          </a:p>
        </p:txBody>
      </p:sp>
      <p:sp>
        <p:nvSpPr>
          <p:cNvPr id="1423" name="Google Shape;1423;p67"/>
          <p:cNvSpPr/>
          <p:nvPr/>
        </p:nvSpPr>
        <p:spPr>
          <a:xfrm>
            <a:off x="710275" y="1300650"/>
            <a:ext cx="1792500" cy="661800"/>
          </a:xfrm>
          <a:prstGeom prst="round2SameRect">
            <a:avLst>
              <a:gd name="adj1" fmla="val 16667"/>
              <a:gd name="adj2" fmla="val 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600" b="1">
                <a:solidFill>
                  <a:schemeClr val="lt1"/>
                </a:solidFill>
                <a:latin typeface="Open Sans"/>
                <a:ea typeface="Open Sans"/>
                <a:cs typeface="Open Sans"/>
                <a:sym typeface="Open Sans"/>
              </a:rPr>
              <a:t>PRODUCT OWNER</a:t>
            </a:r>
            <a:endParaRPr sz="1600" b="1">
              <a:latin typeface="Open Sans"/>
              <a:ea typeface="Open Sans"/>
              <a:cs typeface="Open Sans"/>
              <a:sym typeface="Open Sans"/>
            </a:endParaRPr>
          </a:p>
        </p:txBody>
      </p:sp>
      <p:sp>
        <p:nvSpPr>
          <p:cNvPr id="1425" name="Google Shape;1425;p67"/>
          <p:cNvSpPr txBox="1"/>
          <p:nvPr/>
        </p:nvSpPr>
        <p:spPr>
          <a:xfrm>
            <a:off x="2753437" y="2512458"/>
            <a:ext cx="1632600" cy="76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Open Sans"/>
                <a:ea typeface="Open Sans"/>
                <a:cs typeface="Open Sans"/>
                <a:sym typeface="Open Sans"/>
              </a:rPr>
              <a:t>Quản lý chất lượng hình ảnh sản phẩm</a:t>
            </a:r>
            <a:endParaRPr sz="1200">
              <a:latin typeface="Open Sans"/>
              <a:ea typeface="Open Sans"/>
              <a:cs typeface="Open Sans"/>
              <a:sym typeface="Open Sans"/>
            </a:endParaRPr>
          </a:p>
        </p:txBody>
      </p:sp>
      <p:sp>
        <p:nvSpPr>
          <p:cNvPr id="1426" name="Google Shape;1426;p67"/>
          <p:cNvSpPr/>
          <p:nvPr/>
        </p:nvSpPr>
        <p:spPr>
          <a:xfrm>
            <a:off x="2687249" y="1300650"/>
            <a:ext cx="1792500" cy="661800"/>
          </a:xfrm>
          <a:prstGeom prst="round2SameRect">
            <a:avLst>
              <a:gd name="adj1" fmla="val 16667"/>
              <a:gd name="adj2" fmla="val 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600" b="1">
                <a:solidFill>
                  <a:schemeClr val="lt1"/>
                </a:solidFill>
                <a:latin typeface="Open Sans"/>
                <a:ea typeface="Open Sans"/>
                <a:cs typeface="Open Sans"/>
                <a:sym typeface="Open Sans"/>
              </a:rPr>
              <a:t>DESIGNER</a:t>
            </a:r>
            <a:endParaRPr sz="1600" b="1">
              <a:latin typeface="Open Sans"/>
              <a:ea typeface="Open Sans"/>
              <a:cs typeface="Open Sans"/>
              <a:sym typeface="Open Sans"/>
            </a:endParaRPr>
          </a:p>
        </p:txBody>
      </p:sp>
    </p:spTree>
    <p:extLst>
      <p:ext uri="{BB962C8B-B14F-4D97-AF65-F5344CB8AC3E}">
        <p14:creationId xmlns:p14="http://schemas.microsoft.com/office/powerpoint/2010/main" val="2270956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27"/>
        <p:cNvGrpSpPr/>
        <p:nvPr/>
      </p:nvGrpSpPr>
      <p:grpSpPr>
        <a:xfrm>
          <a:off x="0" y="0"/>
          <a:ext cx="0" cy="0"/>
          <a:chOff x="0" y="0"/>
          <a:chExt cx="0" cy="0"/>
        </a:xfrm>
      </p:grpSpPr>
      <p:sp>
        <p:nvSpPr>
          <p:cNvPr id="1828" name="Google Shape;1828;p79"/>
          <p:cNvSpPr txBox="1">
            <a:spLocks noGrp="1"/>
          </p:cNvSpPr>
          <p:nvPr>
            <p:ph type="title"/>
          </p:nvPr>
        </p:nvSpPr>
        <p:spPr>
          <a:xfrm>
            <a:off x="713225" y="445025"/>
            <a:ext cx="7717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W</a:t>
            </a:r>
            <a:r>
              <a:rPr lang="en"/>
              <a:t>HO AM I?</a:t>
            </a:r>
            <a:endParaRPr/>
          </a:p>
        </p:txBody>
      </p:sp>
      <p:grpSp>
        <p:nvGrpSpPr>
          <p:cNvPr id="1880" name="Google Shape;1880;p79"/>
          <p:cNvGrpSpPr/>
          <p:nvPr/>
        </p:nvGrpSpPr>
        <p:grpSpPr>
          <a:xfrm>
            <a:off x="2914676" y="1168779"/>
            <a:ext cx="641581" cy="1411571"/>
            <a:chOff x="1724625" y="1695000"/>
            <a:chExt cx="690275" cy="1531050"/>
          </a:xfrm>
        </p:grpSpPr>
        <p:sp>
          <p:nvSpPr>
            <p:cNvPr id="1881" name="Google Shape;1881;p79"/>
            <p:cNvSpPr/>
            <p:nvPr/>
          </p:nvSpPr>
          <p:spPr>
            <a:xfrm>
              <a:off x="1724625" y="1695000"/>
              <a:ext cx="461300" cy="245625"/>
            </a:xfrm>
            <a:custGeom>
              <a:avLst/>
              <a:gdLst/>
              <a:ahLst/>
              <a:cxnLst/>
              <a:rect l="l" t="t" r="r" b="b"/>
              <a:pathLst>
                <a:path w="18452" h="9825" extrusionOk="0">
                  <a:moveTo>
                    <a:pt x="0" y="1"/>
                  </a:moveTo>
                  <a:lnTo>
                    <a:pt x="0" y="9824"/>
                  </a:lnTo>
                  <a:lnTo>
                    <a:pt x="18451" y="9824"/>
                  </a:lnTo>
                  <a:lnTo>
                    <a:pt x="18451" y="1"/>
                  </a:lnTo>
                  <a:close/>
                </a:path>
              </a:pathLst>
            </a:custGeom>
            <a:solidFill>
              <a:srgbClr val="3D48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79"/>
            <p:cNvSpPr/>
            <p:nvPr/>
          </p:nvSpPr>
          <p:spPr>
            <a:xfrm>
              <a:off x="1759850" y="1742875"/>
              <a:ext cx="390850" cy="161850"/>
            </a:xfrm>
            <a:custGeom>
              <a:avLst/>
              <a:gdLst/>
              <a:ahLst/>
              <a:cxnLst/>
              <a:rect l="l" t="t" r="r" b="b"/>
              <a:pathLst>
                <a:path w="15634" h="6474" extrusionOk="0">
                  <a:moveTo>
                    <a:pt x="15633" y="0"/>
                  </a:moveTo>
                  <a:cubicBezTo>
                    <a:pt x="15633" y="0"/>
                    <a:pt x="12975" y="625"/>
                    <a:pt x="12137" y="2326"/>
                  </a:cubicBezTo>
                  <a:cubicBezTo>
                    <a:pt x="12022" y="2563"/>
                    <a:pt x="11852" y="2641"/>
                    <a:pt x="11631" y="2641"/>
                  </a:cubicBezTo>
                  <a:cubicBezTo>
                    <a:pt x="11203" y="2641"/>
                    <a:pt x="10583" y="2352"/>
                    <a:pt x="9790" y="2352"/>
                  </a:cubicBezTo>
                  <a:cubicBezTo>
                    <a:pt x="9425" y="2352"/>
                    <a:pt x="9024" y="2413"/>
                    <a:pt x="8588" y="2592"/>
                  </a:cubicBezTo>
                  <a:cubicBezTo>
                    <a:pt x="6964" y="3255"/>
                    <a:pt x="6885" y="4391"/>
                    <a:pt x="5574" y="4391"/>
                  </a:cubicBezTo>
                  <a:cubicBezTo>
                    <a:pt x="5361" y="4391"/>
                    <a:pt x="5116" y="4361"/>
                    <a:pt x="4826" y="4294"/>
                  </a:cubicBezTo>
                  <a:cubicBezTo>
                    <a:pt x="4390" y="4193"/>
                    <a:pt x="4032" y="4151"/>
                    <a:pt x="3731" y="4151"/>
                  </a:cubicBezTo>
                  <a:cubicBezTo>
                    <a:pt x="2600" y="4151"/>
                    <a:pt x="2261" y="4741"/>
                    <a:pt x="1516" y="5025"/>
                  </a:cubicBezTo>
                  <a:cubicBezTo>
                    <a:pt x="572" y="5370"/>
                    <a:pt x="0" y="6035"/>
                    <a:pt x="0" y="6474"/>
                  </a:cubicBezTo>
                  <a:lnTo>
                    <a:pt x="15633" y="6474"/>
                  </a:lnTo>
                  <a:lnTo>
                    <a:pt x="15633" y="0"/>
                  </a:ln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79"/>
            <p:cNvSpPr/>
            <p:nvPr/>
          </p:nvSpPr>
          <p:spPr>
            <a:xfrm>
              <a:off x="1759850" y="1742875"/>
              <a:ext cx="25" cy="161850"/>
            </a:xfrm>
            <a:custGeom>
              <a:avLst/>
              <a:gdLst/>
              <a:ahLst/>
              <a:cxnLst/>
              <a:rect l="l" t="t" r="r" b="b"/>
              <a:pathLst>
                <a:path w="1" h="6474" fill="none" extrusionOk="0">
                  <a:moveTo>
                    <a:pt x="0" y="0"/>
                  </a:moveTo>
                  <a:lnTo>
                    <a:pt x="0" y="6474"/>
                  </a:lnTo>
                </a:path>
              </a:pathLst>
            </a:custGeom>
            <a:noFill/>
            <a:ln w="265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79"/>
            <p:cNvSpPr/>
            <p:nvPr/>
          </p:nvSpPr>
          <p:spPr>
            <a:xfrm>
              <a:off x="1837950" y="1742875"/>
              <a:ext cx="25" cy="161850"/>
            </a:xfrm>
            <a:custGeom>
              <a:avLst/>
              <a:gdLst/>
              <a:ahLst/>
              <a:cxnLst/>
              <a:rect l="l" t="t" r="r" b="b"/>
              <a:pathLst>
                <a:path w="1" h="6474" fill="none" extrusionOk="0">
                  <a:moveTo>
                    <a:pt x="0" y="0"/>
                  </a:moveTo>
                  <a:lnTo>
                    <a:pt x="0" y="6474"/>
                  </a:lnTo>
                </a:path>
              </a:pathLst>
            </a:custGeom>
            <a:noFill/>
            <a:ln w="265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79"/>
            <p:cNvSpPr/>
            <p:nvPr/>
          </p:nvSpPr>
          <p:spPr>
            <a:xfrm>
              <a:off x="1916050" y="1742875"/>
              <a:ext cx="25" cy="161850"/>
            </a:xfrm>
            <a:custGeom>
              <a:avLst/>
              <a:gdLst/>
              <a:ahLst/>
              <a:cxnLst/>
              <a:rect l="l" t="t" r="r" b="b"/>
              <a:pathLst>
                <a:path w="1" h="6474" fill="none" extrusionOk="0">
                  <a:moveTo>
                    <a:pt x="0" y="0"/>
                  </a:moveTo>
                  <a:lnTo>
                    <a:pt x="0" y="6474"/>
                  </a:lnTo>
                </a:path>
              </a:pathLst>
            </a:custGeom>
            <a:noFill/>
            <a:ln w="265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79"/>
            <p:cNvSpPr/>
            <p:nvPr/>
          </p:nvSpPr>
          <p:spPr>
            <a:xfrm>
              <a:off x="1994475" y="1742875"/>
              <a:ext cx="25" cy="161850"/>
            </a:xfrm>
            <a:custGeom>
              <a:avLst/>
              <a:gdLst/>
              <a:ahLst/>
              <a:cxnLst/>
              <a:rect l="l" t="t" r="r" b="b"/>
              <a:pathLst>
                <a:path w="1" h="6474" fill="none" extrusionOk="0">
                  <a:moveTo>
                    <a:pt x="0" y="0"/>
                  </a:moveTo>
                  <a:lnTo>
                    <a:pt x="0" y="6474"/>
                  </a:lnTo>
                </a:path>
              </a:pathLst>
            </a:custGeom>
            <a:noFill/>
            <a:ln w="265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79"/>
            <p:cNvSpPr/>
            <p:nvPr/>
          </p:nvSpPr>
          <p:spPr>
            <a:xfrm>
              <a:off x="2072575" y="1742875"/>
              <a:ext cx="25" cy="161850"/>
            </a:xfrm>
            <a:custGeom>
              <a:avLst/>
              <a:gdLst/>
              <a:ahLst/>
              <a:cxnLst/>
              <a:rect l="l" t="t" r="r" b="b"/>
              <a:pathLst>
                <a:path w="1" h="6474" fill="none" extrusionOk="0">
                  <a:moveTo>
                    <a:pt x="0" y="0"/>
                  </a:moveTo>
                  <a:lnTo>
                    <a:pt x="0" y="6474"/>
                  </a:lnTo>
                </a:path>
              </a:pathLst>
            </a:custGeom>
            <a:noFill/>
            <a:ln w="265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79"/>
            <p:cNvSpPr/>
            <p:nvPr/>
          </p:nvSpPr>
          <p:spPr>
            <a:xfrm>
              <a:off x="2150675" y="1742875"/>
              <a:ext cx="25" cy="161850"/>
            </a:xfrm>
            <a:custGeom>
              <a:avLst/>
              <a:gdLst/>
              <a:ahLst/>
              <a:cxnLst/>
              <a:rect l="l" t="t" r="r" b="b"/>
              <a:pathLst>
                <a:path w="1" h="6474" fill="none" extrusionOk="0">
                  <a:moveTo>
                    <a:pt x="0" y="0"/>
                  </a:moveTo>
                  <a:lnTo>
                    <a:pt x="0" y="6474"/>
                  </a:lnTo>
                </a:path>
              </a:pathLst>
            </a:custGeom>
            <a:noFill/>
            <a:ln w="265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79"/>
            <p:cNvSpPr/>
            <p:nvPr/>
          </p:nvSpPr>
          <p:spPr>
            <a:xfrm>
              <a:off x="1971875" y="3155250"/>
              <a:ext cx="133300" cy="70800"/>
            </a:xfrm>
            <a:custGeom>
              <a:avLst/>
              <a:gdLst/>
              <a:ahLst/>
              <a:cxnLst/>
              <a:rect l="l" t="t" r="r" b="b"/>
              <a:pathLst>
                <a:path w="5332" h="2832" extrusionOk="0">
                  <a:moveTo>
                    <a:pt x="2952" y="1"/>
                  </a:moveTo>
                  <a:lnTo>
                    <a:pt x="3284" y="1104"/>
                  </a:lnTo>
                  <a:cubicBezTo>
                    <a:pt x="3284" y="1104"/>
                    <a:pt x="2460" y="1582"/>
                    <a:pt x="1237" y="1928"/>
                  </a:cubicBezTo>
                  <a:cubicBezTo>
                    <a:pt x="0" y="2274"/>
                    <a:pt x="67" y="2832"/>
                    <a:pt x="67" y="2832"/>
                  </a:cubicBezTo>
                  <a:lnTo>
                    <a:pt x="4999" y="2832"/>
                  </a:lnTo>
                  <a:cubicBezTo>
                    <a:pt x="5185" y="2832"/>
                    <a:pt x="5331" y="2686"/>
                    <a:pt x="5331" y="2500"/>
                  </a:cubicBezTo>
                  <a:cubicBezTo>
                    <a:pt x="5291" y="1676"/>
                    <a:pt x="5105" y="1170"/>
                    <a:pt x="5105" y="1170"/>
                  </a:cubicBezTo>
                  <a:lnTo>
                    <a:pt x="5105" y="1"/>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79"/>
            <p:cNvSpPr/>
            <p:nvPr/>
          </p:nvSpPr>
          <p:spPr>
            <a:xfrm>
              <a:off x="2248050" y="3155250"/>
              <a:ext cx="133600" cy="70800"/>
            </a:xfrm>
            <a:custGeom>
              <a:avLst/>
              <a:gdLst/>
              <a:ahLst/>
              <a:cxnLst/>
              <a:rect l="l" t="t" r="r" b="b"/>
              <a:pathLst>
                <a:path w="5344" h="2832" extrusionOk="0">
                  <a:moveTo>
                    <a:pt x="239" y="1"/>
                  </a:moveTo>
                  <a:lnTo>
                    <a:pt x="239" y="1170"/>
                  </a:lnTo>
                  <a:cubicBezTo>
                    <a:pt x="239" y="1170"/>
                    <a:pt x="120" y="1489"/>
                    <a:pt x="53" y="2034"/>
                  </a:cubicBezTo>
                  <a:cubicBezTo>
                    <a:pt x="0" y="2460"/>
                    <a:pt x="346" y="2832"/>
                    <a:pt x="771" y="2832"/>
                  </a:cubicBezTo>
                  <a:lnTo>
                    <a:pt x="5277" y="2832"/>
                  </a:lnTo>
                  <a:cubicBezTo>
                    <a:pt x="5277" y="2832"/>
                    <a:pt x="5344" y="2274"/>
                    <a:pt x="4108" y="1928"/>
                  </a:cubicBezTo>
                  <a:cubicBezTo>
                    <a:pt x="2885" y="1582"/>
                    <a:pt x="2193" y="1104"/>
                    <a:pt x="2193" y="1104"/>
                  </a:cubicBezTo>
                  <a:lnTo>
                    <a:pt x="2007" y="1"/>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79"/>
            <p:cNvSpPr/>
            <p:nvPr/>
          </p:nvSpPr>
          <p:spPr>
            <a:xfrm>
              <a:off x="1945300" y="2340400"/>
              <a:ext cx="404450" cy="821850"/>
            </a:xfrm>
            <a:custGeom>
              <a:avLst/>
              <a:gdLst/>
              <a:ahLst/>
              <a:cxnLst/>
              <a:rect l="l" t="t" r="r" b="b"/>
              <a:pathLst>
                <a:path w="16178" h="32874" extrusionOk="0">
                  <a:moveTo>
                    <a:pt x="1356" y="0"/>
                  </a:moveTo>
                  <a:cubicBezTo>
                    <a:pt x="1356" y="0"/>
                    <a:pt x="0" y="11140"/>
                    <a:pt x="1356" y="19169"/>
                  </a:cubicBezTo>
                  <a:cubicBezTo>
                    <a:pt x="1356" y="19169"/>
                    <a:pt x="1702" y="26892"/>
                    <a:pt x="3297" y="32874"/>
                  </a:cubicBezTo>
                  <a:lnTo>
                    <a:pt x="6607" y="32874"/>
                  </a:lnTo>
                  <a:lnTo>
                    <a:pt x="6168" y="18211"/>
                  </a:lnTo>
                  <a:lnTo>
                    <a:pt x="6248" y="4918"/>
                  </a:lnTo>
                  <a:lnTo>
                    <a:pt x="7085" y="4918"/>
                  </a:lnTo>
                  <a:cubicBezTo>
                    <a:pt x="7085" y="4918"/>
                    <a:pt x="10661" y="20179"/>
                    <a:pt x="11751" y="32874"/>
                  </a:cubicBezTo>
                  <a:lnTo>
                    <a:pt x="15154" y="32874"/>
                  </a:lnTo>
                  <a:cubicBezTo>
                    <a:pt x="15154" y="32874"/>
                    <a:pt x="16178" y="23196"/>
                    <a:pt x="15114" y="18477"/>
                  </a:cubicBezTo>
                  <a:cubicBezTo>
                    <a:pt x="15114" y="18477"/>
                    <a:pt x="14171" y="5769"/>
                    <a:pt x="12163" y="213"/>
                  </a:cubicBezTo>
                  <a:lnTo>
                    <a:pt x="1356" y="0"/>
                  </a:lnTo>
                  <a:close/>
                </a:path>
              </a:pathLst>
            </a:custGeom>
            <a:solidFill>
              <a:srgbClr val="536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79"/>
            <p:cNvSpPr/>
            <p:nvPr/>
          </p:nvSpPr>
          <p:spPr>
            <a:xfrm>
              <a:off x="2104150" y="2350350"/>
              <a:ext cx="12650" cy="60850"/>
            </a:xfrm>
            <a:custGeom>
              <a:avLst/>
              <a:gdLst/>
              <a:ahLst/>
              <a:cxnLst/>
              <a:rect l="l" t="t" r="r" b="b"/>
              <a:pathLst>
                <a:path w="506" h="2434" fill="none" extrusionOk="0">
                  <a:moveTo>
                    <a:pt x="0" y="1"/>
                  </a:moveTo>
                  <a:lnTo>
                    <a:pt x="0" y="1995"/>
                  </a:lnTo>
                  <a:lnTo>
                    <a:pt x="505" y="2433"/>
                  </a:lnTo>
                </a:path>
              </a:pathLst>
            </a:custGeom>
            <a:noFill/>
            <a:ln w="2325" cap="flat" cmpd="sng">
              <a:solidFill>
                <a:srgbClr val="1A2263"/>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79"/>
            <p:cNvSpPr/>
            <p:nvPr/>
          </p:nvSpPr>
          <p:spPr>
            <a:xfrm>
              <a:off x="2116775" y="2350350"/>
              <a:ext cx="25" cy="113025"/>
            </a:xfrm>
            <a:custGeom>
              <a:avLst/>
              <a:gdLst/>
              <a:ahLst/>
              <a:cxnLst/>
              <a:rect l="l" t="t" r="r" b="b"/>
              <a:pathLst>
                <a:path w="1" h="4521" fill="none" extrusionOk="0">
                  <a:moveTo>
                    <a:pt x="0" y="1"/>
                  </a:moveTo>
                  <a:lnTo>
                    <a:pt x="0" y="4520"/>
                  </a:lnTo>
                </a:path>
              </a:pathLst>
            </a:custGeom>
            <a:noFill/>
            <a:ln w="2325" cap="flat" cmpd="sng">
              <a:solidFill>
                <a:srgbClr val="1A2263"/>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79"/>
            <p:cNvSpPr/>
            <p:nvPr/>
          </p:nvSpPr>
          <p:spPr>
            <a:xfrm>
              <a:off x="2049975" y="2440425"/>
              <a:ext cx="119650" cy="13650"/>
            </a:xfrm>
            <a:custGeom>
              <a:avLst/>
              <a:gdLst/>
              <a:ahLst/>
              <a:cxnLst/>
              <a:rect l="l" t="t" r="r" b="b"/>
              <a:pathLst>
                <a:path w="4786" h="546" fill="none" extrusionOk="0">
                  <a:moveTo>
                    <a:pt x="0" y="0"/>
                  </a:moveTo>
                  <a:lnTo>
                    <a:pt x="4786" y="545"/>
                  </a:lnTo>
                </a:path>
              </a:pathLst>
            </a:custGeom>
            <a:noFill/>
            <a:ln w="2325" cap="flat" cmpd="sng">
              <a:solidFill>
                <a:srgbClr val="1A2263"/>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79"/>
            <p:cNvSpPr/>
            <p:nvPr/>
          </p:nvSpPr>
          <p:spPr>
            <a:xfrm>
              <a:off x="1968875" y="2340400"/>
              <a:ext cx="339000" cy="310075"/>
            </a:xfrm>
            <a:custGeom>
              <a:avLst/>
              <a:gdLst/>
              <a:ahLst/>
              <a:cxnLst/>
              <a:rect l="l" t="t" r="r" b="b"/>
              <a:pathLst>
                <a:path w="13560" h="12403" extrusionOk="0">
                  <a:moveTo>
                    <a:pt x="413" y="0"/>
                  </a:moveTo>
                  <a:cubicBezTo>
                    <a:pt x="413" y="0"/>
                    <a:pt x="187" y="1874"/>
                    <a:pt x="1" y="4639"/>
                  </a:cubicBezTo>
                  <a:lnTo>
                    <a:pt x="5292" y="7670"/>
                  </a:lnTo>
                  <a:lnTo>
                    <a:pt x="5305" y="4918"/>
                  </a:lnTo>
                  <a:lnTo>
                    <a:pt x="6142" y="4918"/>
                  </a:lnTo>
                  <a:cubicBezTo>
                    <a:pt x="6142" y="4918"/>
                    <a:pt x="6475" y="6328"/>
                    <a:pt x="6966" y="8627"/>
                  </a:cubicBezTo>
                  <a:lnTo>
                    <a:pt x="13560" y="12402"/>
                  </a:lnTo>
                  <a:cubicBezTo>
                    <a:pt x="13081" y="8348"/>
                    <a:pt x="12310" y="3230"/>
                    <a:pt x="11220" y="213"/>
                  </a:cubicBezTo>
                  <a:lnTo>
                    <a:pt x="413" y="0"/>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79"/>
            <p:cNvSpPr/>
            <p:nvPr/>
          </p:nvSpPr>
          <p:spPr>
            <a:xfrm>
              <a:off x="2060600" y="1807525"/>
              <a:ext cx="99425" cy="85575"/>
            </a:xfrm>
            <a:custGeom>
              <a:avLst/>
              <a:gdLst/>
              <a:ahLst/>
              <a:cxnLst/>
              <a:rect l="l" t="t" r="r" b="b"/>
              <a:pathLst>
                <a:path w="3977" h="3423" extrusionOk="0">
                  <a:moveTo>
                    <a:pt x="1733" y="1"/>
                  </a:moveTo>
                  <a:cubicBezTo>
                    <a:pt x="1676" y="1"/>
                    <a:pt x="1617" y="3"/>
                    <a:pt x="1556" y="6"/>
                  </a:cubicBezTo>
                  <a:cubicBezTo>
                    <a:pt x="878" y="46"/>
                    <a:pt x="439" y="538"/>
                    <a:pt x="213" y="884"/>
                  </a:cubicBezTo>
                  <a:cubicBezTo>
                    <a:pt x="1" y="1229"/>
                    <a:pt x="94" y="1522"/>
                    <a:pt x="94" y="1522"/>
                  </a:cubicBezTo>
                  <a:lnTo>
                    <a:pt x="346" y="2745"/>
                  </a:lnTo>
                  <a:lnTo>
                    <a:pt x="639" y="3423"/>
                  </a:lnTo>
                  <a:lnTo>
                    <a:pt x="2726" y="2186"/>
                  </a:lnTo>
                  <a:cubicBezTo>
                    <a:pt x="2726" y="2186"/>
                    <a:pt x="2816" y="2208"/>
                    <a:pt x="2938" y="2208"/>
                  </a:cubicBezTo>
                  <a:cubicBezTo>
                    <a:pt x="3101" y="2208"/>
                    <a:pt x="3320" y="2169"/>
                    <a:pt x="3457" y="1987"/>
                  </a:cubicBezTo>
                  <a:cubicBezTo>
                    <a:pt x="3976" y="1307"/>
                    <a:pt x="3725" y="443"/>
                    <a:pt x="3153" y="443"/>
                  </a:cubicBezTo>
                  <a:cubicBezTo>
                    <a:pt x="3110" y="443"/>
                    <a:pt x="3065" y="448"/>
                    <a:pt x="3018" y="458"/>
                  </a:cubicBezTo>
                  <a:cubicBezTo>
                    <a:pt x="2680" y="180"/>
                    <a:pt x="2308" y="1"/>
                    <a:pt x="1733" y="1"/>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79"/>
            <p:cNvSpPr/>
            <p:nvPr/>
          </p:nvSpPr>
          <p:spPr>
            <a:xfrm>
              <a:off x="2060950" y="1844550"/>
              <a:ext cx="79100" cy="120325"/>
            </a:xfrm>
            <a:custGeom>
              <a:avLst/>
              <a:gdLst/>
              <a:ahLst/>
              <a:cxnLst/>
              <a:rect l="l" t="t" r="r" b="b"/>
              <a:pathLst>
                <a:path w="3164" h="4813" extrusionOk="0">
                  <a:moveTo>
                    <a:pt x="1050" y="1"/>
                  </a:moveTo>
                  <a:cubicBezTo>
                    <a:pt x="1050" y="1"/>
                    <a:pt x="1090" y="639"/>
                    <a:pt x="798" y="958"/>
                  </a:cubicBezTo>
                  <a:lnTo>
                    <a:pt x="638" y="1596"/>
                  </a:lnTo>
                  <a:lnTo>
                    <a:pt x="532" y="798"/>
                  </a:lnTo>
                  <a:cubicBezTo>
                    <a:pt x="532" y="798"/>
                    <a:pt x="452" y="725"/>
                    <a:pt x="334" y="725"/>
                  </a:cubicBezTo>
                  <a:cubicBezTo>
                    <a:pt x="293" y="725"/>
                    <a:pt x="248" y="734"/>
                    <a:pt x="199" y="758"/>
                  </a:cubicBezTo>
                  <a:cubicBezTo>
                    <a:pt x="27" y="852"/>
                    <a:pt x="0" y="1490"/>
                    <a:pt x="492" y="1662"/>
                  </a:cubicBezTo>
                  <a:lnTo>
                    <a:pt x="399" y="4135"/>
                  </a:lnTo>
                  <a:lnTo>
                    <a:pt x="1316" y="4813"/>
                  </a:lnTo>
                  <a:lnTo>
                    <a:pt x="3004" y="3922"/>
                  </a:lnTo>
                  <a:lnTo>
                    <a:pt x="2672" y="2487"/>
                  </a:lnTo>
                  <a:cubicBezTo>
                    <a:pt x="2672" y="2487"/>
                    <a:pt x="3164" y="1835"/>
                    <a:pt x="2818" y="958"/>
                  </a:cubicBezTo>
                  <a:lnTo>
                    <a:pt x="2898" y="1"/>
                  </a:ln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79"/>
            <p:cNvSpPr/>
            <p:nvPr/>
          </p:nvSpPr>
          <p:spPr>
            <a:xfrm>
              <a:off x="2080875" y="1904700"/>
              <a:ext cx="50200" cy="17850"/>
            </a:xfrm>
            <a:custGeom>
              <a:avLst/>
              <a:gdLst/>
              <a:ahLst/>
              <a:cxnLst/>
              <a:rect l="l" t="t" r="r" b="b"/>
              <a:pathLst>
                <a:path w="2008" h="714" extrusionOk="0">
                  <a:moveTo>
                    <a:pt x="1" y="1"/>
                  </a:moveTo>
                  <a:cubicBezTo>
                    <a:pt x="1" y="1"/>
                    <a:pt x="337" y="713"/>
                    <a:pt x="1471" y="713"/>
                  </a:cubicBezTo>
                  <a:cubicBezTo>
                    <a:pt x="1633" y="713"/>
                    <a:pt x="1812" y="699"/>
                    <a:pt x="2008" y="665"/>
                  </a:cubicBezTo>
                  <a:lnTo>
                    <a:pt x="1875" y="81"/>
                  </a:lnTo>
                  <a:cubicBezTo>
                    <a:pt x="1730" y="260"/>
                    <a:pt x="1397" y="385"/>
                    <a:pt x="1024" y="385"/>
                  </a:cubicBezTo>
                  <a:cubicBezTo>
                    <a:pt x="677" y="385"/>
                    <a:pt x="295" y="276"/>
                    <a:pt x="1" y="1"/>
                  </a:cubicBezTo>
                  <a:close/>
                </a:path>
              </a:pathLst>
            </a:custGeom>
            <a:solidFill>
              <a:srgbClr val="DB46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79"/>
            <p:cNvSpPr/>
            <p:nvPr/>
          </p:nvSpPr>
          <p:spPr>
            <a:xfrm>
              <a:off x="2101150" y="1863825"/>
              <a:ext cx="5350" cy="9325"/>
            </a:xfrm>
            <a:custGeom>
              <a:avLst/>
              <a:gdLst/>
              <a:ahLst/>
              <a:cxnLst/>
              <a:rect l="l" t="t" r="r" b="b"/>
              <a:pathLst>
                <a:path w="214" h="373" extrusionOk="0">
                  <a:moveTo>
                    <a:pt x="107" y="1"/>
                  </a:moveTo>
                  <a:cubicBezTo>
                    <a:pt x="54" y="1"/>
                    <a:pt x="1" y="81"/>
                    <a:pt x="1" y="187"/>
                  </a:cubicBezTo>
                  <a:cubicBezTo>
                    <a:pt x="1" y="293"/>
                    <a:pt x="54" y="373"/>
                    <a:pt x="107" y="373"/>
                  </a:cubicBezTo>
                  <a:cubicBezTo>
                    <a:pt x="173" y="373"/>
                    <a:pt x="213" y="293"/>
                    <a:pt x="213" y="187"/>
                  </a:cubicBezTo>
                  <a:cubicBezTo>
                    <a:pt x="213" y="81"/>
                    <a:pt x="173" y="1"/>
                    <a:pt x="107" y="1"/>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79"/>
            <p:cNvSpPr/>
            <p:nvPr/>
          </p:nvSpPr>
          <p:spPr>
            <a:xfrm>
              <a:off x="2119425" y="1863825"/>
              <a:ext cx="5350" cy="9325"/>
            </a:xfrm>
            <a:custGeom>
              <a:avLst/>
              <a:gdLst/>
              <a:ahLst/>
              <a:cxnLst/>
              <a:rect l="l" t="t" r="r" b="b"/>
              <a:pathLst>
                <a:path w="214" h="373" extrusionOk="0">
                  <a:moveTo>
                    <a:pt x="107" y="1"/>
                  </a:moveTo>
                  <a:cubicBezTo>
                    <a:pt x="54" y="1"/>
                    <a:pt x="1" y="81"/>
                    <a:pt x="1" y="187"/>
                  </a:cubicBezTo>
                  <a:cubicBezTo>
                    <a:pt x="1" y="293"/>
                    <a:pt x="54" y="373"/>
                    <a:pt x="107" y="373"/>
                  </a:cubicBezTo>
                  <a:cubicBezTo>
                    <a:pt x="173" y="373"/>
                    <a:pt x="213" y="293"/>
                    <a:pt x="213" y="187"/>
                  </a:cubicBezTo>
                  <a:cubicBezTo>
                    <a:pt x="213" y="81"/>
                    <a:pt x="173" y="1"/>
                    <a:pt x="107" y="1"/>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79"/>
            <p:cNvSpPr/>
            <p:nvPr/>
          </p:nvSpPr>
          <p:spPr>
            <a:xfrm>
              <a:off x="2098500" y="1857525"/>
              <a:ext cx="11975" cy="1025"/>
            </a:xfrm>
            <a:custGeom>
              <a:avLst/>
              <a:gdLst/>
              <a:ahLst/>
              <a:cxnLst/>
              <a:rect l="l" t="t" r="r" b="b"/>
              <a:pathLst>
                <a:path w="479" h="41" fill="none" extrusionOk="0">
                  <a:moveTo>
                    <a:pt x="0" y="40"/>
                  </a:moveTo>
                  <a:lnTo>
                    <a:pt x="479" y="0"/>
                  </a:lnTo>
                </a:path>
              </a:pathLst>
            </a:custGeom>
            <a:noFill/>
            <a:ln w="2325"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79"/>
            <p:cNvSpPr/>
            <p:nvPr/>
          </p:nvSpPr>
          <p:spPr>
            <a:xfrm>
              <a:off x="2117100" y="1857525"/>
              <a:ext cx="12000" cy="1025"/>
            </a:xfrm>
            <a:custGeom>
              <a:avLst/>
              <a:gdLst/>
              <a:ahLst/>
              <a:cxnLst/>
              <a:rect l="l" t="t" r="r" b="b"/>
              <a:pathLst>
                <a:path w="480" h="41" fill="none" extrusionOk="0">
                  <a:moveTo>
                    <a:pt x="479" y="40"/>
                  </a:moveTo>
                  <a:lnTo>
                    <a:pt x="1" y="0"/>
                  </a:lnTo>
                </a:path>
              </a:pathLst>
            </a:custGeom>
            <a:noFill/>
            <a:ln w="2325"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79"/>
            <p:cNvSpPr/>
            <p:nvPr/>
          </p:nvSpPr>
          <p:spPr>
            <a:xfrm>
              <a:off x="2110800" y="1868475"/>
              <a:ext cx="6325" cy="13650"/>
            </a:xfrm>
            <a:custGeom>
              <a:avLst/>
              <a:gdLst/>
              <a:ahLst/>
              <a:cxnLst/>
              <a:rect l="l" t="t" r="r" b="b"/>
              <a:pathLst>
                <a:path w="253" h="546" fill="none" extrusionOk="0">
                  <a:moveTo>
                    <a:pt x="213" y="1"/>
                  </a:moveTo>
                  <a:lnTo>
                    <a:pt x="253" y="546"/>
                  </a:lnTo>
                  <a:lnTo>
                    <a:pt x="0" y="493"/>
                  </a:lnTo>
                </a:path>
              </a:pathLst>
            </a:custGeom>
            <a:noFill/>
            <a:ln w="2325" cap="flat" cmpd="sng">
              <a:solidFill>
                <a:srgbClr val="F76868"/>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79"/>
            <p:cNvSpPr/>
            <p:nvPr/>
          </p:nvSpPr>
          <p:spPr>
            <a:xfrm>
              <a:off x="2099500" y="1886425"/>
              <a:ext cx="22600" cy="6000"/>
            </a:xfrm>
            <a:custGeom>
              <a:avLst/>
              <a:gdLst/>
              <a:ahLst/>
              <a:cxnLst/>
              <a:rect l="l" t="t" r="r" b="b"/>
              <a:pathLst>
                <a:path w="904" h="240" fill="none" extrusionOk="0">
                  <a:moveTo>
                    <a:pt x="904" y="120"/>
                  </a:moveTo>
                  <a:cubicBezTo>
                    <a:pt x="904" y="120"/>
                    <a:pt x="479" y="240"/>
                    <a:pt x="0" y="1"/>
                  </a:cubicBezTo>
                </a:path>
              </a:pathLst>
            </a:custGeom>
            <a:noFill/>
            <a:ln w="2325" cap="flat" cmpd="sng">
              <a:solidFill>
                <a:srgbClr val="F76868"/>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79"/>
            <p:cNvSpPr/>
            <p:nvPr/>
          </p:nvSpPr>
          <p:spPr>
            <a:xfrm>
              <a:off x="2011425" y="1931300"/>
              <a:ext cx="188125" cy="424725"/>
            </a:xfrm>
            <a:custGeom>
              <a:avLst/>
              <a:gdLst/>
              <a:ahLst/>
              <a:cxnLst/>
              <a:rect l="l" t="t" r="r" b="b"/>
              <a:pathLst>
                <a:path w="7525" h="16989" extrusionOk="0">
                  <a:moveTo>
                    <a:pt x="4985" y="0"/>
                  </a:moveTo>
                  <a:lnTo>
                    <a:pt x="3483" y="1024"/>
                  </a:lnTo>
                  <a:lnTo>
                    <a:pt x="2300" y="120"/>
                  </a:lnTo>
                  <a:lnTo>
                    <a:pt x="1689" y="745"/>
                  </a:lnTo>
                  <a:lnTo>
                    <a:pt x="785" y="1343"/>
                  </a:lnTo>
                  <a:lnTo>
                    <a:pt x="0" y="16989"/>
                  </a:lnTo>
                  <a:lnTo>
                    <a:pt x="7524" y="16989"/>
                  </a:lnTo>
                  <a:lnTo>
                    <a:pt x="6580" y="1024"/>
                  </a:lnTo>
                  <a:lnTo>
                    <a:pt x="5863" y="625"/>
                  </a:lnTo>
                  <a:lnTo>
                    <a:pt x="4985" y="0"/>
                  </a:lnTo>
                  <a:close/>
                </a:path>
              </a:pathLst>
            </a:custGeom>
            <a:solidFill>
              <a:srgbClr val="1A22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79"/>
            <p:cNvSpPr/>
            <p:nvPr/>
          </p:nvSpPr>
          <p:spPr>
            <a:xfrm>
              <a:off x="2149350" y="1946925"/>
              <a:ext cx="128625" cy="453300"/>
            </a:xfrm>
            <a:custGeom>
              <a:avLst/>
              <a:gdLst/>
              <a:ahLst/>
              <a:cxnLst/>
              <a:rect l="l" t="t" r="r" b="b"/>
              <a:pathLst>
                <a:path w="5145" h="18132" extrusionOk="0">
                  <a:moveTo>
                    <a:pt x="346" y="0"/>
                  </a:moveTo>
                  <a:lnTo>
                    <a:pt x="0" y="12442"/>
                  </a:lnTo>
                  <a:lnTo>
                    <a:pt x="173" y="18132"/>
                  </a:lnTo>
                  <a:lnTo>
                    <a:pt x="5144" y="18132"/>
                  </a:lnTo>
                  <a:lnTo>
                    <a:pt x="4666" y="12150"/>
                  </a:lnTo>
                  <a:lnTo>
                    <a:pt x="5051" y="1542"/>
                  </a:lnTo>
                  <a:lnTo>
                    <a:pt x="346" y="0"/>
                  </a:lnTo>
                  <a:close/>
                </a:path>
              </a:pathLst>
            </a:custGeom>
            <a:solidFill>
              <a:srgbClr val="536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79"/>
            <p:cNvSpPr/>
            <p:nvPr/>
          </p:nvSpPr>
          <p:spPr>
            <a:xfrm>
              <a:off x="2165300" y="2340400"/>
              <a:ext cx="196100" cy="155875"/>
            </a:xfrm>
            <a:custGeom>
              <a:avLst/>
              <a:gdLst/>
              <a:ahLst/>
              <a:cxnLst/>
              <a:rect l="l" t="t" r="r" b="b"/>
              <a:pathLst>
                <a:path w="7844" h="6235" extrusionOk="0">
                  <a:moveTo>
                    <a:pt x="0" y="0"/>
                  </a:moveTo>
                  <a:lnTo>
                    <a:pt x="0" y="6234"/>
                  </a:lnTo>
                  <a:lnTo>
                    <a:pt x="7843" y="6234"/>
                  </a:lnTo>
                  <a:lnTo>
                    <a:pt x="7843" y="0"/>
                  </a:lnTo>
                  <a:close/>
                </a:path>
              </a:pathLst>
            </a:custGeom>
            <a:solidFill>
              <a:srgbClr val="945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79"/>
            <p:cNvSpPr/>
            <p:nvPr/>
          </p:nvSpPr>
          <p:spPr>
            <a:xfrm>
              <a:off x="2199525" y="2379925"/>
              <a:ext cx="12325" cy="101400"/>
            </a:xfrm>
            <a:custGeom>
              <a:avLst/>
              <a:gdLst/>
              <a:ahLst/>
              <a:cxnLst/>
              <a:rect l="l" t="t" r="r" b="b"/>
              <a:pathLst>
                <a:path w="493" h="4056" fill="none" extrusionOk="0">
                  <a:moveTo>
                    <a:pt x="0" y="1"/>
                  </a:moveTo>
                  <a:lnTo>
                    <a:pt x="492" y="1"/>
                  </a:lnTo>
                  <a:lnTo>
                    <a:pt x="492" y="4055"/>
                  </a:lnTo>
                  <a:lnTo>
                    <a:pt x="0" y="4055"/>
                  </a:lnTo>
                  <a:close/>
                </a:path>
              </a:pathLst>
            </a:custGeom>
            <a:noFill/>
            <a:ln w="2325"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79"/>
            <p:cNvSpPr/>
            <p:nvPr/>
          </p:nvSpPr>
          <p:spPr>
            <a:xfrm>
              <a:off x="2194200" y="2432100"/>
              <a:ext cx="21625" cy="21975"/>
            </a:xfrm>
            <a:custGeom>
              <a:avLst/>
              <a:gdLst/>
              <a:ahLst/>
              <a:cxnLst/>
              <a:rect l="l" t="t" r="r" b="b"/>
              <a:pathLst>
                <a:path w="865" h="879" extrusionOk="0">
                  <a:moveTo>
                    <a:pt x="1" y="1"/>
                  </a:moveTo>
                  <a:lnTo>
                    <a:pt x="1" y="878"/>
                  </a:lnTo>
                  <a:lnTo>
                    <a:pt x="865" y="878"/>
                  </a:lnTo>
                  <a:lnTo>
                    <a:pt x="865" y="1"/>
                  </a:ln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79"/>
            <p:cNvSpPr/>
            <p:nvPr/>
          </p:nvSpPr>
          <p:spPr>
            <a:xfrm>
              <a:off x="2179250" y="2340400"/>
              <a:ext cx="182150" cy="50850"/>
            </a:xfrm>
            <a:custGeom>
              <a:avLst/>
              <a:gdLst/>
              <a:ahLst/>
              <a:cxnLst/>
              <a:rect l="l" t="t" r="r" b="b"/>
              <a:pathLst>
                <a:path w="7286" h="2034" extrusionOk="0">
                  <a:moveTo>
                    <a:pt x="0" y="0"/>
                  </a:moveTo>
                  <a:lnTo>
                    <a:pt x="0" y="1582"/>
                  </a:lnTo>
                  <a:lnTo>
                    <a:pt x="3523" y="2034"/>
                  </a:lnTo>
                  <a:lnTo>
                    <a:pt x="7285" y="1582"/>
                  </a:lnTo>
                  <a:lnTo>
                    <a:pt x="7285" y="0"/>
                  </a:ln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79"/>
            <p:cNvSpPr/>
            <p:nvPr/>
          </p:nvSpPr>
          <p:spPr>
            <a:xfrm>
              <a:off x="2179250" y="2379925"/>
              <a:ext cx="25" cy="104725"/>
            </a:xfrm>
            <a:custGeom>
              <a:avLst/>
              <a:gdLst/>
              <a:ahLst/>
              <a:cxnLst/>
              <a:rect l="l" t="t" r="r" b="b"/>
              <a:pathLst>
                <a:path w="1" h="4189" fill="none" extrusionOk="0">
                  <a:moveTo>
                    <a:pt x="0" y="1"/>
                  </a:moveTo>
                  <a:lnTo>
                    <a:pt x="0" y="4188"/>
                  </a:lnTo>
                </a:path>
              </a:pathLst>
            </a:custGeom>
            <a:noFill/>
            <a:ln w="265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79"/>
            <p:cNvSpPr/>
            <p:nvPr/>
          </p:nvSpPr>
          <p:spPr>
            <a:xfrm>
              <a:off x="2249375" y="2322775"/>
              <a:ext cx="41900" cy="22950"/>
            </a:xfrm>
            <a:custGeom>
              <a:avLst/>
              <a:gdLst/>
              <a:ahLst/>
              <a:cxnLst/>
              <a:rect l="l" t="t" r="r" b="b"/>
              <a:pathLst>
                <a:path w="1676" h="918" fill="none" extrusionOk="0">
                  <a:moveTo>
                    <a:pt x="1675" y="918"/>
                  </a:moveTo>
                  <a:lnTo>
                    <a:pt x="0" y="918"/>
                  </a:lnTo>
                  <a:lnTo>
                    <a:pt x="0" y="506"/>
                  </a:lnTo>
                  <a:cubicBezTo>
                    <a:pt x="0" y="226"/>
                    <a:pt x="226" y="0"/>
                    <a:pt x="505" y="0"/>
                  </a:cubicBezTo>
                  <a:lnTo>
                    <a:pt x="1170" y="0"/>
                  </a:lnTo>
                  <a:cubicBezTo>
                    <a:pt x="1449" y="0"/>
                    <a:pt x="1675" y="226"/>
                    <a:pt x="1675" y="506"/>
                  </a:cubicBezTo>
                  <a:lnTo>
                    <a:pt x="1675" y="918"/>
                  </a:lnTo>
                  <a:close/>
                </a:path>
              </a:pathLst>
            </a:custGeom>
            <a:noFill/>
            <a:ln w="2650" cap="flat" cmpd="sng">
              <a:solidFill>
                <a:srgbClr val="DEA23C"/>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79"/>
            <p:cNvSpPr/>
            <p:nvPr/>
          </p:nvSpPr>
          <p:spPr>
            <a:xfrm>
              <a:off x="2236400" y="2450050"/>
              <a:ext cx="92425" cy="52900"/>
            </a:xfrm>
            <a:custGeom>
              <a:avLst/>
              <a:gdLst/>
              <a:ahLst/>
              <a:cxnLst/>
              <a:rect l="l" t="t" r="r" b="b"/>
              <a:pathLst>
                <a:path w="3697" h="2116" extrusionOk="0">
                  <a:moveTo>
                    <a:pt x="3696" y="1"/>
                  </a:moveTo>
                  <a:lnTo>
                    <a:pt x="1662" y="479"/>
                  </a:lnTo>
                  <a:cubicBezTo>
                    <a:pt x="1662" y="479"/>
                    <a:pt x="1649" y="798"/>
                    <a:pt x="1330" y="891"/>
                  </a:cubicBezTo>
                  <a:cubicBezTo>
                    <a:pt x="998" y="984"/>
                    <a:pt x="426" y="1250"/>
                    <a:pt x="253" y="1463"/>
                  </a:cubicBezTo>
                  <a:cubicBezTo>
                    <a:pt x="200" y="1529"/>
                    <a:pt x="228" y="1552"/>
                    <a:pt x="289" y="1552"/>
                  </a:cubicBezTo>
                  <a:cubicBezTo>
                    <a:pt x="411" y="1552"/>
                    <a:pt x="665" y="1463"/>
                    <a:pt x="665" y="1463"/>
                  </a:cubicBezTo>
                  <a:lnTo>
                    <a:pt x="665" y="1463"/>
                  </a:lnTo>
                  <a:cubicBezTo>
                    <a:pt x="665" y="1463"/>
                    <a:pt x="320" y="1835"/>
                    <a:pt x="1" y="1915"/>
                  </a:cubicBezTo>
                  <a:cubicBezTo>
                    <a:pt x="1" y="1915"/>
                    <a:pt x="302" y="2077"/>
                    <a:pt x="483" y="2077"/>
                  </a:cubicBezTo>
                  <a:cubicBezTo>
                    <a:pt x="495" y="2077"/>
                    <a:pt x="508" y="2076"/>
                    <a:pt x="519" y="2074"/>
                  </a:cubicBezTo>
                  <a:cubicBezTo>
                    <a:pt x="577" y="2061"/>
                    <a:pt x="639" y="2057"/>
                    <a:pt x="703" y="2057"/>
                  </a:cubicBezTo>
                  <a:cubicBezTo>
                    <a:pt x="831" y="2057"/>
                    <a:pt x="967" y="2074"/>
                    <a:pt x="1091" y="2074"/>
                  </a:cubicBezTo>
                  <a:cubicBezTo>
                    <a:pt x="1206" y="2074"/>
                    <a:pt x="1304" y="2116"/>
                    <a:pt x="1391" y="2116"/>
                  </a:cubicBezTo>
                  <a:cubicBezTo>
                    <a:pt x="1435" y="2116"/>
                    <a:pt x="1476" y="2105"/>
                    <a:pt x="1516" y="2074"/>
                  </a:cubicBezTo>
                  <a:cubicBezTo>
                    <a:pt x="1649" y="1995"/>
                    <a:pt x="1928" y="1915"/>
                    <a:pt x="2021" y="1490"/>
                  </a:cubicBezTo>
                  <a:lnTo>
                    <a:pt x="3696" y="1"/>
                  </a:ln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79"/>
            <p:cNvSpPr/>
            <p:nvPr/>
          </p:nvSpPr>
          <p:spPr>
            <a:xfrm>
              <a:off x="2239075" y="1985475"/>
              <a:ext cx="175825" cy="504825"/>
            </a:xfrm>
            <a:custGeom>
              <a:avLst/>
              <a:gdLst/>
              <a:ahLst/>
              <a:cxnLst/>
              <a:rect l="l" t="t" r="r" b="b"/>
              <a:pathLst>
                <a:path w="7033" h="20193" extrusionOk="0">
                  <a:moveTo>
                    <a:pt x="1462" y="0"/>
                  </a:moveTo>
                  <a:lnTo>
                    <a:pt x="0" y="4945"/>
                  </a:lnTo>
                  <a:lnTo>
                    <a:pt x="2393" y="11685"/>
                  </a:lnTo>
                  <a:lnTo>
                    <a:pt x="1462" y="19208"/>
                  </a:lnTo>
                  <a:lnTo>
                    <a:pt x="3456" y="20192"/>
                  </a:lnTo>
                  <a:cubicBezTo>
                    <a:pt x="3456" y="20192"/>
                    <a:pt x="5916" y="15247"/>
                    <a:pt x="6474" y="13479"/>
                  </a:cubicBezTo>
                  <a:cubicBezTo>
                    <a:pt x="7032" y="11698"/>
                    <a:pt x="6275" y="8760"/>
                    <a:pt x="5105" y="5876"/>
                  </a:cubicBezTo>
                  <a:cubicBezTo>
                    <a:pt x="3948" y="2978"/>
                    <a:pt x="2659" y="572"/>
                    <a:pt x="1462" y="0"/>
                  </a:cubicBezTo>
                  <a:close/>
                </a:path>
              </a:pathLst>
            </a:custGeom>
            <a:solidFill>
              <a:srgbClr val="536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79"/>
            <p:cNvSpPr/>
            <p:nvPr/>
          </p:nvSpPr>
          <p:spPr>
            <a:xfrm>
              <a:off x="2328475" y="2437500"/>
              <a:ext cx="6650" cy="5975"/>
            </a:xfrm>
            <a:custGeom>
              <a:avLst/>
              <a:gdLst/>
              <a:ahLst/>
              <a:cxnLst/>
              <a:rect l="l" t="t" r="r" b="b"/>
              <a:pathLst>
                <a:path w="266" h="239" extrusionOk="0">
                  <a:moveTo>
                    <a:pt x="133" y="1"/>
                  </a:moveTo>
                  <a:cubicBezTo>
                    <a:pt x="111" y="1"/>
                    <a:pt x="87" y="8"/>
                    <a:pt x="67" y="24"/>
                  </a:cubicBezTo>
                  <a:cubicBezTo>
                    <a:pt x="13" y="64"/>
                    <a:pt x="0" y="144"/>
                    <a:pt x="40" y="197"/>
                  </a:cubicBezTo>
                  <a:cubicBezTo>
                    <a:pt x="61" y="225"/>
                    <a:pt x="90" y="239"/>
                    <a:pt x="121" y="239"/>
                  </a:cubicBezTo>
                  <a:cubicBezTo>
                    <a:pt x="147" y="239"/>
                    <a:pt x="175" y="229"/>
                    <a:pt x="199" y="210"/>
                  </a:cubicBezTo>
                  <a:cubicBezTo>
                    <a:pt x="253" y="184"/>
                    <a:pt x="266" y="104"/>
                    <a:pt x="226" y="51"/>
                  </a:cubicBezTo>
                  <a:cubicBezTo>
                    <a:pt x="202" y="19"/>
                    <a:pt x="168" y="1"/>
                    <a:pt x="133" y="1"/>
                  </a:cubicBezTo>
                  <a:close/>
                </a:path>
              </a:pathLst>
            </a:custGeom>
            <a:solidFill>
              <a:srgbClr val="FFF0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79"/>
            <p:cNvSpPr/>
            <p:nvPr/>
          </p:nvSpPr>
          <p:spPr>
            <a:xfrm>
              <a:off x="2322475" y="2457450"/>
              <a:ext cx="6675" cy="5850"/>
            </a:xfrm>
            <a:custGeom>
              <a:avLst/>
              <a:gdLst/>
              <a:ahLst/>
              <a:cxnLst/>
              <a:rect l="l" t="t" r="r" b="b"/>
              <a:pathLst>
                <a:path w="267" h="234" extrusionOk="0">
                  <a:moveTo>
                    <a:pt x="138" y="1"/>
                  </a:moveTo>
                  <a:cubicBezTo>
                    <a:pt x="113" y="1"/>
                    <a:pt x="88" y="8"/>
                    <a:pt x="67" y="24"/>
                  </a:cubicBezTo>
                  <a:cubicBezTo>
                    <a:pt x="14" y="64"/>
                    <a:pt x="1" y="143"/>
                    <a:pt x="41" y="197"/>
                  </a:cubicBezTo>
                  <a:cubicBezTo>
                    <a:pt x="64" y="220"/>
                    <a:pt x="100" y="234"/>
                    <a:pt x="138" y="234"/>
                  </a:cubicBezTo>
                  <a:cubicBezTo>
                    <a:pt x="164" y="234"/>
                    <a:pt x="191" y="227"/>
                    <a:pt x="213" y="210"/>
                  </a:cubicBezTo>
                  <a:cubicBezTo>
                    <a:pt x="267" y="183"/>
                    <a:pt x="267" y="104"/>
                    <a:pt x="227" y="50"/>
                  </a:cubicBezTo>
                  <a:cubicBezTo>
                    <a:pt x="211" y="18"/>
                    <a:pt x="175" y="1"/>
                    <a:pt x="138" y="1"/>
                  </a:cubicBezTo>
                  <a:close/>
                </a:path>
              </a:pathLst>
            </a:custGeom>
            <a:solidFill>
              <a:srgbClr val="FFF0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79"/>
            <p:cNvSpPr/>
            <p:nvPr/>
          </p:nvSpPr>
          <p:spPr>
            <a:xfrm>
              <a:off x="2307850" y="2403200"/>
              <a:ext cx="32600" cy="78125"/>
            </a:xfrm>
            <a:custGeom>
              <a:avLst/>
              <a:gdLst/>
              <a:ahLst/>
              <a:cxnLst/>
              <a:rect l="l" t="t" r="r" b="b"/>
              <a:pathLst>
                <a:path w="1304" h="3125" fill="none" extrusionOk="0">
                  <a:moveTo>
                    <a:pt x="1304" y="0"/>
                  </a:moveTo>
                  <a:lnTo>
                    <a:pt x="1" y="3124"/>
                  </a:lnTo>
                </a:path>
              </a:pathLst>
            </a:custGeom>
            <a:noFill/>
            <a:ln w="2325" cap="flat" cmpd="sng">
              <a:solidFill>
                <a:srgbClr val="1A2263"/>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79"/>
            <p:cNvSpPr/>
            <p:nvPr/>
          </p:nvSpPr>
          <p:spPr>
            <a:xfrm>
              <a:off x="2268300" y="2090800"/>
              <a:ext cx="13325" cy="99075"/>
            </a:xfrm>
            <a:custGeom>
              <a:avLst/>
              <a:gdLst/>
              <a:ahLst/>
              <a:cxnLst/>
              <a:rect l="l" t="t" r="r" b="b"/>
              <a:pathLst>
                <a:path w="533" h="3963" fill="none" extrusionOk="0">
                  <a:moveTo>
                    <a:pt x="1" y="3962"/>
                  </a:moveTo>
                  <a:lnTo>
                    <a:pt x="533" y="1"/>
                  </a:lnTo>
                </a:path>
              </a:pathLst>
            </a:custGeom>
            <a:noFill/>
            <a:ln w="2325"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79"/>
            <p:cNvSpPr/>
            <p:nvPr/>
          </p:nvSpPr>
          <p:spPr>
            <a:xfrm>
              <a:off x="2142025" y="1964850"/>
              <a:ext cx="139275" cy="167525"/>
            </a:xfrm>
            <a:custGeom>
              <a:avLst/>
              <a:gdLst/>
              <a:ahLst/>
              <a:cxnLst/>
              <a:rect l="l" t="t" r="r" b="b"/>
              <a:pathLst>
                <a:path w="5571" h="6701" extrusionOk="0">
                  <a:moveTo>
                    <a:pt x="785" y="1"/>
                  </a:moveTo>
                  <a:lnTo>
                    <a:pt x="1" y="6701"/>
                  </a:lnTo>
                  <a:lnTo>
                    <a:pt x="4799" y="6701"/>
                  </a:lnTo>
                  <a:lnTo>
                    <a:pt x="5570" y="1"/>
                  </a:ln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79"/>
            <p:cNvSpPr/>
            <p:nvPr/>
          </p:nvSpPr>
          <p:spPr>
            <a:xfrm>
              <a:off x="2179925" y="1986800"/>
              <a:ext cx="84100" cy="25"/>
            </a:xfrm>
            <a:custGeom>
              <a:avLst/>
              <a:gdLst/>
              <a:ahLst/>
              <a:cxnLst/>
              <a:rect l="l" t="t" r="r" b="b"/>
              <a:pathLst>
                <a:path w="3364" h="1" fill="none" extrusionOk="0">
                  <a:moveTo>
                    <a:pt x="0" y="0"/>
                  </a:moveTo>
                  <a:lnTo>
                    <a:pt x="3363" y="0"/>
                  </a:lnTo>
                </a:path>
              </a:pathLst>
            </a:custGeom>
            <a:noFill/>
            <a:ln w="2325"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79"/>
            <p:cNvSpPr/>
            <p:nvPr/>
          </p:nvSpPr>
          <p:spPr>
            <a:xfrm>
              <a:off x="2177575" y="2007400"/>
              <a:ext cx="84125" cy="25"/>
            </a:xfrm>
            <a:custGeom>
              <a:avLst/>
              <a:gdLst/>
              <a:ahLst/>
              <a:cxnLst/>
              <a:rect l="l" t="t" r="r" b="b"/>
              <a:pathLst>
                <a:path w="3365" h="1" fill="none" extrusionOk="0">
                  <a:moveTo>
                    <a:pt x="1" y="0"/>
                  </a:moveTo>
                  <a:lnTo>
                    <a:pt x="3364" y="0"/>
                  </a:lnTo>
                </a:path>
              </a:pathLst>
            </a:custGeom>
            <a:noFill/>
            <a:ln w="2325"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79"/>
            <p:cNvSpPr/>
            <p:nvPr/>
          </p:nvSpPr>
          <p:spPr>
            <a:xfrm>
              <a:off x="2174925" y="2028000"/>
              <a:ext cx="84100" cy="25"/>
            </a:xfrm>
            <a:custGeom>
              <a:avLst/>
              <a:gdLst/>
              <a:ahLst/>
              <a:cxnLst/>
              <a:rect l="l" t="t" r="r" b="b"/>
              <a:pathLst>
                <a:path w="3364" h="1" fill="none" extrusionOk="0">
                  <a:moveTo>
                    <a:pt x="1" y="1"/>
                  </a:moveTo>
                  <a:lnTo>
                    <a:pt x="3364" y="1"/>
                  </a:lnTo>
                </a:path>
              </a:pathLst>
            </a:custGeom>
            <a:noFill/>
            <a:ln w="2325"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79"/>
            <p:cNvSpPr/>
            <p:nvPr/>
          </p:nvSpPr>
          <p:spPr>
            <a:xfrm>
              <a:off x="2172275" y="2048275"/>
              <a:ext cx="84100" cy="25"/>
            </a:xfrm>
            <a:custGeom>
              <a:avLst/>
              <a:gdLst/>
              <a:ahLst/>
              <a:cxnLst/>
              <a:rect l="l" t="t" r="r" b="b"/>
              <a:pathLst>
                <a:path w="3364" h="1" fill="none" extrusionOk="0">
                  <a:moveTo>
                    <a:pt x="0" y="0"/>
                  </a:moveTo>
                  <a:lnTo>
                    <a:pt x="3363" y="0"/>
                  </a:lnTo>
                </a:path>
              </a:pathLst>
            </a:custGeom>
            <a:noFill/>
            <a:ln w="2325"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79"/>
            <p:cNvSpPr/>
            <p:nvPr/>
          </p:nvSpPr>
          <p:spPr>
            <a:xfrm>
              <a:off x="2169950" y="2068875"/>
              <a:ext cx="84100" cy="25"/>
            </a:xfrm>
            <a:custGeom>
              <a:avLst/>
              <a:gdLst/>
              <a:ahLst/>
              <a:cxnLst/>
              <a:rect l="l" t="t" r="r" b="b"/>
              <a:pathLst>
                <a:path w="3364" h="1" fill="none" extrusionOk="0">
                  <a:moveTo>
                    <a:pt x="0" y="1"/>
                  </a:moveTo>
                  <a:lnTo>
                    <a:pt x="3363" y="1"/>
                  </a:lnTo>
                </a:path>
              </a:pathLst>
            </a:custGeom>
            <a:noFill/>
            <a:ln w="2325"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79"/>
            <p:cNvSpPr/>
            <p:nvPr/>
          </p:nvSpPr>
          <p:spPr>
            <a:xfrm>
              <a:off x="2167275" y="2089475"/>
              <a:ext cx="84125" cy="25"/>
            </a:xfrm>
            <a:custGeom>
              <a:avLst/>
              <a:gdLst/>
              <a:ahLst/>
              <a:cxnLst/>
              <a:rect l="l" t="t" r="r" b="b"/>
              <a:pathLst>
                <a:path w="3365" h="1" fill="none" extrusionOk="0">
                  <a:moveTo>
                    <a:pt x="1" y="1"/>
                  </a:moveTo>
                  <a:lnTo>
                    <a:pt x="3364" y="1"/>
                  </a:lnTo>
                </a:path>
              </a:pathLst>
            </a:custGeom>
            <a:noFill/>
            <a:ln w="2325"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79"/>
            <p:cNvSpPr/>
            <p:nvPr/>
          </p:nvSpPr>
          <p:spPr>
            <a:xfrm>
              <a:off x="2164625" y="2110075"/>
              <a:ext cx="84100" cy="25"/>
            </a:xfrm>
            <a:custGeom>
              <a:avLst/>
              <a:gdLst/>
              <a:ahLst/>
              <a:cxnLst/>
              <a:rect l="l" t="t" r="r" b="b"/>
              <a:pathLst>
                <a:path w="3364" h="1" fill="none" extrusionOk="0">
                  <a:moveTo>
                    <a:pt x="1" y="1"/>
                  </a:moveTo>
                  <a:lnTo>
                    <a:pt x="3364" y="1"/>
                  </a:lnTo>
                </a:path>
              </a:pathLst>
            </a:custGeom>
            <a:noFill/>
            <a:ln w="2325"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79"/>
            <p:cNvSpPr/>
            <p:nvPr/>
          </p:nvSpPr>
          <p:spPr>
            <a:xfrm>
              <a:off x="2111775" y="2027675"/>
              <a:ext cx="82450" cy="114350"/>
            </a:xfrm>
            <a:custGeom>
              <a:avLst/>
              <a:gdLst/>
              <a:ahLst/>
              <a:cxnLst/>
              <a:rect l="l" t="t" r="r" b="b"/>
              <a:pathLst>
                <a:path w="3298" h="4574" extrusionOk="0">
                  <a:moveTo>
                    <a:pt x="2608" y="0"/>
                  </a:moveTo>
                  <a:cubicBezTo>
                    <a:pt x="2424" y="0"/>
                    <a:pt x="1799" y="515"/>
                    <a:pt x="1397" y="1064"/>
                  </a:cubicBezTo>
                  <a:cubicBezTo>
                    <a:pt x="958" y="1649"/>
                    <a:pt x="519" y="2925"/>
                    <a:pt x="519" y="2925"/>
                  </a:cubicBezTo>
                  <a:lnTo>
                    <a:pt x="1" y="3549"/>
                  </a:lnTo>
                  <a:lnTo>
                    <a:pt x="705" y="4573"/>
                  </a:lnTo>
                  <a:lnTo>
                    <a:pt x="1476" y="3310"/>
                  </a:lnTo>
                  <a:cubicBezTo>
                    <a:pt x="1928" y="3071"/>
                    <a:pt x="2460" y="2220"/>
                    <a:pt x="2460" y="2220"/>
                  </a:cubicBezTo>
                  <a:cubicBezTo>
                    <a:pt x="2460" y="2220"/>
                    <a:pt x="2637" y="2239"/>
                    <a:pt x="2814" y="2239"/>
                  </a:cubicBezTo>
                  <a:cubicBezTo>
                    <a:pt x="2973" y="2239"/>
                    <a:pt x="3133" y="2224"/>
                    <a:pt x="3165" y="2167"/>
                  </a:cubicBezTo>
                  <a:cubicBezTo>
                    <a:pt x="3244" y="2047"/>
                    <a:pt x="2314" y="1782"/>
                    <a:pt x="2314" y="1782"/>
                  </a:cubicBezTo>
                  <a:cubicBezTo>
                    <a:pt x="2314" y="1782"/>
                    <a:pt x="3165" y="1409"/>
                    <a:pt x="3205" y="1330"/>
                  </a:cubicBezTo>
                  <a:cubicBezTo>
                    <a:pt x="3298" y="1143"/>
                    <a:pt x="3098" y="1090"/>
                    <a:pt x="3098" y="1090"/>
                  </a:cubicBezTo>
                  <a:cubicBezTo>
                    <a:pt x="3098" y="1090"/>
                    <a:pt x="3244" y="1064"/>
                    <a:pt x="3244" y="931"/>
                  </a:cubicBezTo>
                  <a:cubicBezTo>
                    <a:pt x="3244" y="870"/>
                    <a:pt x="2989" y="854"/>
                    <a:pt x="2710" y="854"/>
                  </a:cubicBezTo>
                  <a:cubicBezTo>
                    <a:pt x="2376" y="854"/>
                    <a:pt x="2008" y="878"/>
                    <a:pt x="2008" y="878"/>
                  </a:cubicBezTo>
                  <a:cubicBezTo>
                    <a:pt x="2008" y="878"/>
                    <a:pt x="2739" y="120"/>
                    <a:pt x="2646" y="14"/>
                  </a:cubicBezTo>
                  <a:cubicBezTo>
                    <a:pt x="2637" y="5"/>
                    <a:pt x="2624" y="0"/>
                    <a:pt x="2608" y="0"/>
                  </a:cubicBez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79"/>
            <p:cNvSpPr/>
            <p:nvPr/>
          </p:nvSpPr>
          <p:spPr>
            <a:xfrm>
              <a:off x="2164300" y="2055575"/>
              <a:ext cx="23950" cy="5350"/>
            </a:xfrm>
            <a:custGeom>
              <a:avLst/>
              <a:gdLst/>
              <a:ahLst/>
              <a:cxnLst/>
              <a:rect l="l" t="t" r="r" b="b"/>
              <a:pathLst>
                <a:path w="958" h="214" fill="none" extrusionOk="0">
                  <a:moveTo>
                    <a:pt x="957" y="1"/>
                  </a:moveTo>
                  <a:lnTo>
                    <a:pt x="0" y="214"/>
                  </a:lnTo>
                </a:path>
              </a:pathLst>
            </a:custGeom>
            <a:noFill/>
            <a:ln w="2325" cap="flat" cmpd="sng">
              <a:solidFill>
                <a:srgbClr val="F76868"/>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79"/>
            <p:cNvSpPr/>
            <p:nvPr/>
          </p:nvSpPr>
          <p:spPr>
            <a:xfrm>
              <a:off x="2060275" y="1950225"/>
              <a:ext cx="88425" cy="35275"/>
            </a:xfrm>
            <a:custGeom>
              <a:avLst/>
              <a:gdLst/>
              <a:ahLst/>
              <a:cxnLst/>
              <a:rect l="l" t="t" r="r" b="b"/>
              <a:pathLst>
                <a:path w="3537" h="1411" fill="none" extrusionOk="0">
                  <a:moveTo>
                    <a:pt x="0" y="174"/>
                  </a:moveTo>
                  <a:lnTo>
                    <a:pt x="997" y="1410"/>
                  </a:lnTo>
                  <a:lnTo>
                    <a:pt x="1569" y="586"/>
                  </a:lnTo>
                  <a:lnTo>
                    <a:pt x="2473" y="1317"/>
                  </a:lnTo>
                  <a:lnTo>
                    <a:pt x="3536" y="1"/>
                  </a:lnTo>
                </a:path>
              </a:pathLst>
            </a:custGeom>
            <a:noFill/>
            <a:ln w="2325"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79"/>
            <p:cNvSpPr/>
            <p:nvPr/>
          </p:nvSpPr>
          <p:spPr>
            <a:xfrm>
              <a:off x="2101150" y="1979150"/>
              <a:ext cx="12650" cy="366575"/>
            </a:xfrm>
            <a:custGeom>
              <a:avLst/>
              <a:gdLst/>
              <a:ahLst/>
              <a:cxnLst/>
              <a:rect l="l" t="t" r="r" b="b"/>
              <a:pathLst>
                <a:path w="506" h="14663" fill="none" extrusionOk="0">
                  <a:moveTo>
                    <a:pt x="1" y="0"/>
                  </a:moveTo>
                  <a:lnTo>
                    <a:pt x="506" y="14663"/>
                  </a:lnTo>
                </a:path>
              </a:pathLst>
            </a:custGeom>
            <a:noFill/>
            <a:ln w="2325"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79"/>
            <p:cNvSpPr/>
            <p:nvPr/>
          </p:nvSpPr>
          <p:spPr>
            <a:xfrm>
              <a:off x="1954925" y="1949900"/>
              <a:ext cx="134275" cy="456325"/>
            </a:xfrm>
            <a:custGeom>
              <a:avLst/>
              <a:gdLst/>
              <a:ahLst/>
              <a:cxnLst/>
              <a:rect l="l" t="t" r="r" b="b"/>
              <a:pathLst>
                <a:path w="5371" h="18253" extrusionOk="0">
                  <a:moveTo>
                    <a:pt x="3949" y="1"/>
                  </a:moveTo>
                  <a:lnTo>
                    <a:pt x="227" y="2088"/>
                  </a:lnTo>
                  <a:lnTo>
                    <a:pt x="838" y="8176"/>
                  </a:lnTo>
                  <a:lnTo>
                    <a:pt x="1" y="18252"/>
                  </a:lnTo>
                  <a:lnTo>
                    <a:pt x="5052" y="18252"/>
                  </a:lnTo>
                  <a:lnTo>
                    <a:pt x="5371" y="12549"/>
                  </a:lnTo>
                  <a:lnTo>
                    <a:pt x="3949" y="1"/>
                  </a:lnTo>
                  <a:close/>
                </a:path>
              </a:pathLst>
            </a:custGeom>
            <a:solidFill>
              <a:srgbClr val="536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79"/>
            <p:cNvSpPr/>
            <p:nvPr/>
          </p:nvSpPr>
          <p:spPr>
            <a:xfrm>
              <a:off x="2013075" y="1956550"/>
              <a:ext cx="56525" cy="246950"/>
            </a:xfrm>
            <a:custGeom>
              <a:avLst/>
              <a:gdLst/>
              <a:ahLst/>
              <a:cxnLst/>
              <a:rect l="l" t="t" r="r" b="b"/>
              <a:pathLst>
                <a:path w="2261" h="9878" fill="none" extrusionOk="0">
                  <a:moveTo>
                    <a:pt x="1463" y="1"/>
                  </a:moveTo>
                  <a:lnTo>
                    <a:pt x="1" y="1822"/>
                  </a:lnTo>
                  <a:lnTo>
                    <a:pt x="1662" y="4666"/>
                  </a:lnTo>
                  <a:lnTo>
                    <a:pt x="453" y="5756"/>
                  </a:lnTo>
                  <a:lnTo>
                    <a:pt x="2261" y="9877"/>
                  </a:lnTo>
                </a:path>
              </a:pathLst>
            </a:custGeom>
            <a:noFill/>
            <a:ln w="2325"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79"/>
            <p:cNvSpPr/>
            <p:nvPr/>
          </p:nvSpPr>
          <p:spPr>
            <a:xfrm>
              <a:off x="1954925" y="2057250"/>
              <a:ext cx="134275" cy="348975"/>
            </a:xfrm>
            <a:custGeom>
              <a:avLst/>
              <a:gdLst/>
              <a:ahLst/>
              <a:cxnLst/>
              <a:rect l="l" t="t" r="r" b="b"/>
              <a:pathLst>
                <a:path w="5371" h="13959" extrusionOk="0">
                  <a:moveTo>
                    <a:pt x="1290" y="0"/>
                  </a:moveTo>
                  <a:lnTo>
                    <a:pt x="479" y="359"/>
                  </a:lnTo>
                  <a:lnTo>
                    <a:pt x="838" y="3882"/>
                  </a:lnTo>
                  <a:lnTo>
                    <a:pt x="1" y="13958"/>
                  </a:lnTo>
                  <a:lnTo>
                    <a:pt x="718" y="13958"/>
                  </a:lnTo>
                  <a:lnTo>
                    <a:pt x="5238" y="10715"/>
                  </a:lnTo>
                  <a:lnTo>
                    <a:pt x="5371" y="8255"/>
                  </a:lnTo>
                  <a:lnTo>
                    <a:pt x="4826" y="3390"/>
                  </a:lnTo>
                  <a:lnTo>
                    <a:pt x="1290" y="0"/>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79"/>
            <p:cNvSpPr/>
            <p:nvPr/>
          </p:nvSpPr>
          <p:spPr>
            <a:xfrm>
              <a:off x="1864050" y="2002075"/>
              <a:ext cx="285650" cy="370875"/>
            </a:xfrm>
            <a:custGeom>
              <a:avLst/>
              <a:gdLst/>
              <a:ahLst/>
              <a:cxnLst/>
              <a:rect l="l" t="t" r="r" b="b"/>
              <a:pathLst>
                <a:path w="11426" h="14835" extrusionOk="0">
                  <a:moveTo>
                    <a:pt x="3862" y="1"/>
                  </a:moveTo>
                  <a:cubicBezTo>
                    <a:pt x="3117" y="439"/>
                    <a:pt x="2492" y="1290"/>
                    <a:pt x="1854" y="3164"/>
                  </a:cubicBezTo>
                  <a:cubicBezTo>
                    <a:pt x="1229" y="5039"/>
                    <a:pt x="485" y="9106"/>
                    <a:pt x="206" y="11579"/>
                  </a:cubicBezTo>
                  <a:cubicBezTo>
                    <a:pt x="1" y="13308"/>
                    <a:pt x="1260" y="14834"/>
                    <a:pt x="2914" y="14834"/>
                  </a:cubicBezTo>
                  <a:cubicBezTo>
                    <a:pt x="3727" y="14834"/>
                    <a:pt x="4634" y="14466"/>
                    <a:pt x="5510" y="13573"/>
                  </a:cubicBezTo>
                  <a:cubicBezTo>
                    <a:pt x="8155" y="10848"/>
                    <a:pt x="11425" y="6501"/>
                    <a:pt x="11425" y="6501"/>
                  </a:cubicBezTo>
                  <a:lnTo>
                    <a:pt x="9777" y="4108"/>
                  </a:lnTo>
                  <a:lnTo>
                    <a:pt x="5164" y="7365"/>
                  </a:lnTo>
                  <a:cubicBezTo>
                    <a:pt x="5164" y="7365"/>
                    <a:pt x="5337" y="5424"/>
                    <a:pt x="5404" y="4095"/>
                  </a:cubicBezTo>
                  <a:cubicBezTo>
                    <a:pt x="5483" y="2752"/>
                    <a:pt x="4819" y="373"/>
                    <a:pt x="3862" y="1"/>
                  </a:cubicBezTo>
                  <a:close/>
                </a:path>
              </a:pathLst>
            </a:custGeom>
            <a:solidFill>
              <a:srgbClr val="536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79"/>
            <p:cNvSpPr/>
            <p:nvPr/>
          </p:nvSpPr>
          <p:spPr>
            <a:xfrm>
              <a:off x="1933000" y="2186200"/>
              <a:ext cx="60175" cy="45550"/>
            </a:xfrm>
            <a:custGeom>
              <a:avLst/>
              <a:gdLst/>
              <a:ahLst/>
              <a:cxnLst/>
              <a:rect l="l" t="t" r="r" b="b"/>
              <a:pathLst>
                <a:path w="2407" h="1822" fill="none" extrusionOk="0">
                  <a:moveTo>
                    <a:pt x="2406" y="0"/>
                  </a:moveTo>
                  <a:lnTo>
                    <a:pt x="0" y="1821"/>
                  </a:lnTo>
                </a:path>
              </a:pathLst>
            </a:custGeom>
            <a:noFill/>
            <a:ln w="2325"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79"/>
            <p:cNvSpPr/>
            <p:nvPr/>
          </p:nvSpPr>
          <p:spPr>
            <a:xfrm>
              <a:off x="2072575" y="2150300"/>
              <a:ext cx="62175" cy="55850"/>
            </a:xfrm>
            <a:custGeom>
              <a:avLst/>
              <a:gdLst/>
              <a:ahLst/>
              <a:cxnLst/>
              <a:rect l="l" t="t" r="r" b="b"/>
              <a:pathLst>
                <a:path w="2487" h="2234" fill="none" extrusionOk="0">
                  <a:moveTo>
                    <a:pt x="2486" y="0"/>
                  </a:moveTo>
                  <a:lnTo>
                    <a:pt x="0" y="2234"/>
                  </a:lnTo>
                </a:path>
              </a:pathLst>
            </a:custGeom>
            <a:noFill/>
            <a:ln w="2325" cap="flat" cmpd="sng">
              <a:solidFill>
                <a:srgbClr val="1A2263"/>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79"/>
            <p:cNvSpPr/>
            <p:nvPr/>
          </p:nvSpPr>
          <p:spPr>
            <a:xfrm>
              <a:off x="2114775" y="2148975"/>
              <a:ext cx="6000" cy="6000"/>
            </a:xfrm>
            <a:custGeom>
              <a:avLst/>
              <a:gdLst/>
              <a:ahLst/>
              <a:cxnLst/>
              <a:rect l="l" t="t" r="r" b="b"/>
              <a:pathLst>
                <a:path w="240" h="240" extrusionOk="0">
                  <a:moveTo>
                    <a:pt x="120" y="0"/>
                  </a:moveTo>
                  <a:cubicBezTo>
                    <a:pt x="54" y="0"/>
                    <a:pt x="1" y="53"/>
                    <a:pt x="1" y="120"/>
                  </a:cubicBezTo>
                  <a:cubicBezTo>
                    <a:pt x="1" y="186"/>
                    <a:pt x="54" y="239"/>
                    <a:pt x="120" y="239"/>
                  </a:cubicBezTo>
                  <a:cubicBezTo>
                    <a:pt x="187" y="239"/>
                    <a:pt x="240" y="186"/>
                    <a:pt x="240" y="120"/>
                  </a:cubicBezTo>
                  <a:cubicBezTo>
                    <a:pt x="240" y="53"/>
                    <a:pt x="187" y="0"/>
                    <a:pt x="120" y="0"/>
                  </a:cubicBezTo>
                  <a:close/>
                </a:path>
              </a:pathLst>
            </a:custGeom>
            <a:solidFill>
              <a:srgbClr val="FFF0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79"/>
            <p:cNvSpPr/>
            <p:nvPr/>
          </p:nvSpPr>
          <p:spPr>
            <a:xfrm>
              <a:off x="2098500" y="2161600"/>
              <a:ext cx="5675" cy="6000"/>
            </a:xfrm>
            <a:custGeom>
              <a:avLst/>
              <a:gdLst/>
              <a:ahLst/>
              <a:cxnLst/>
              <a:rect l="l" t="t" r="r" b="b"/>
              <a:pathLst>
                <a:path w="227" h="240" extrusionOk="0">
                  <a:moveTo>
                    <a:pt x="107" y="0"/>
                  </a:moveTo>
                  <a:cubicBezTo>
                    <a:pt x="53" y="0"/>
                    <a:pt x="0" y="54"/>
                    <a:pt x="0" y="120"/>
                  </a:cubicBezTo>
                  <a:cubicBezTo>
                    <a:pt x="0" y="186"/>
                    <a:pt x="53" y="240"/>
                    <a:pt x="107" y="240"/>
                  </a:cubicBezTo>
                  <a:cubicBezTo>
                    <a:pt x="173" y="240"/>
                    <a:pt x="226" y="186"/>
                    <a:pt x="226" y="120"/>
                  </a:cubicBezTo>
                  <a:cubicBezTo>
                    <a:pt x="226" y="54"/>
                    <a:pt x="173" y="0"/>
                    <a:pt x="107" y="0"/>
                  </a:cubicBezTo>
                  <a:close/>
                </a:path>
              </a:pathLst>
            </a:custGeom>
            <a:solidFill>
              <a:srgbClr val="FFF0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79"/>
            <p:cNvSpPr/>
            <p:nvPr/>
          </p:nvSpPr>
          <p:spPr>
            <a:xfrm>
              <a:off x="2033350" y="3140300"/>
              <a:ext cx="76475" cy="25"/>
            </a:xfrm>
            <a:custGeom>
              <a:avLst/>
              <a:gdLst/>
              <a:ahLst/>
              <a:cxnLst/>
              <a:rect l="l" t="t" r="r" b="b"/>
              <a:pathLst>
                <a:path w="3059" h="1" fill="none" extrusionOk="0">
                  <a:moveTo>
                    <a:pt x="1" y="0"/>
                  </a:moveTo>
                  <a:lnTo>
                    <a:pt x="3058" y="0"/>
                  </a:lnTo>
                </a:path>
              </a:pathLst>
            </a:custGeom>
            <a:noFill/>
            <a:ln w="265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79"/>
            <p:cNvSpPr/>
            <p:nvPr/>
          </p:nvSpPr>
          <p:spPr>
            <a:xfrm>
              <a:off x="2237750" y="3140300"/>
              <a:ext cx="76450" cy="25"/>
            </a:xfrm>
            <a:custGeom>
              <a:avLst/>
              <a:gdLst/>
              <a:ahLst/>
              <a:cxnLst/>
              <a:rect l="l" t="t" r="r" b="b"/>
              <a:pathLst>
                <a:path w="3058" h="1" fill="none" extrusionOk="0">
                  <a:moveTo>
                    <a:pt x="0" y="0"/>
                  </a:moveTo>
                  <a:lnTo>
                    <a:pt x="3057" y="0"/>
                  </a:lnTo>
                </a:path>
              </a:pathLst>
            </a:custGeom>
            <a:noFill/>
            <a:ln w="265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79"/>
            <p:cNvSpPr/>
            <p:nvPr/>
          </p:nvSpPr>
          <p:spPr>
            <a:xfrm>
              <a:off x="2193200" y="2297525"/>
              <a:ext cx="56200" cy="9975"/>
            </a:xfrm>
            <a:custGeom>
              <a:avLst/>
              <a:gdLst/>
              <a:ahLst/>
              <a:cxnLst/>
              <a:rect l="l" t="t" r="r" b="b"/>
              <a:pathLst>
                <a:path w="2248" h="399" fill="none" extrusionOk="0">
                  <a:moveTo>
                    <a:pt x="1" y="0"/>
                  </a:moveTo>
                  <a:lnTo>
                    <a:pt x="2247" y="0"/>
                  </a:lnTo>
                  <a:lnTo>
                    <a:pt x="2247" y="399"/>
                  </a:lnTo>
                  <a:lnTo>
                    <a:pt x="1" y="399"/>
                  </a:lnTo>
                  <a:close/>
                </a:path>
              </a:pathLst>
            </a:custGeom>
            <a:noFill/>
            <a:ln w="2325"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79"/>
            <p:cNvSpPr/>
            <p:nvPr/>
          </p:nvSpPr>
          <p:spPr>
            <a:xfrm>
              <a:off x="2230750" y="1828950"/>
              <a:ext cx="47225" cy="111675"/>
            </a:xfrm>
            <a:custGeom>
              <a:avLst/>
              <a:gdLst/>
              <a:ahLst/>
              <a:cxnLst/>
              <a:rect l="l" t="t" r="r" b="b"/>
              <a:pathLst>
                <a:path w="1889" h="4467" fill="none" extrusionOk="0">
                  <a:moveTo>
                    <a:pt x="1" y="0"/>
                  </a:moveTo>
                  <a:lnTo>
                    <a:pt x="1888" y="0"/>
                  </a:lnTo>
                  <a:lnTo>
                    <a:pt x="1888" y="4466"/>
                  </a:lnTo>
                  <a:lnTo>
                    <a:pt x="1" y="4466"/>
                  </a:lnTo>
                  <a:close/>
                </a:path>
              </a:pathLst>
            </a:custGeom>
            <a:noFill/>
            <a:ln w="2650" cap="flat" cmpd="sng">
              <a:solidFill>
                <a:srgbClr val="3D489C"/>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79"/>
            <p:cNvSpPr/>
            <p:nvPr/>
          </p:nvSpPr>
          <p:spPr>
            <a:xfrm>
              <a:off x="2230750" y="1801675"/>
              <a:ext cx="47225" cy="25"/>
            </a:xfrm>
            <a:custGeom>
              <a:avLst/>
              <a:gdLst/>
              <a:ahLst/>
              <a:cxnLst/>
              <a:rect l="l" t="t" r="r" b="b"/>
              <a:pathLst>
                <a:path w="1889" h="1" fill="none" extrusionOk="0">
                  <a:moveTo>
                    <a:pt x="1" y="1"/>
                  </a:moveTo>
                  <a:lnTo>
                    <a:pt x="1888" y="1"/>
                  </a:lnTo>
                </a:path>
              </a:pathLst>
            </a:custGeom>
            <a:noFill/>
            <a:ln w="2650" cap="flat" cmpd="sng">
              <a:solidFill>
                <a:srgbClr val="3D489C"/>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4" name="Google Shape;1944;p79"/>
          <p:cNvGrpSpPr/>
          <p:nvPr/>
        </p:nvGrpSpPr>
        <p:grpSpPr>
          <a:xfrm>
            <a:off x="1184784" y="1178650"/>
            <a:ext cx="609211" cy="1412090"/>
            <a:chOff x="403275" y="1725925"/>
            <a:chExt cx="654375" cy="1516775"/>
          </a:xfrm>
        </p:grpSpPr>
        <p:sp>
          <p:nvSpPr>
            <p:cNvPr id="1945" name="Google Shape;1945;p79"/>
            <p:cNvSpPr/>
            <p:nvPr/>
          </p:nvSpPr>
          <p:spPr>
            <a:xfrm>
              <a:off x="838300" y="1725925"/>
              <a:ext cx="219350" cy="266200"/>
            </a:xfrm>
            <a:custGeom>
              <a:avLst/>
              <a:gdLst/>
              <a:ahLst/>
              <a:cxnLst/>
              <a:rect l="l" t="t" r="r" b="b"/>
              <a:pathLst>
                <a:path w="8774" h="10648" extrusionOk="0">
                  <a:moveTo>
                    <a:pt x="1024" y="0"/>
                  </a:moveTo>
                  <a:cubicBezTo>
                    <a:pt x="452" y="0"/>
                    <a:pt x="0" y="452"/>
                    <a:pt x="0" y="1024"/>
                  </a:cubicBezTo>
                  <a:lnTo>
                    <a:pt x="0" y="10648"/>
                  </a:lnTo>
                  <a:lnTo>
                    <a:pt x="1689" y="8774"/>
                  </a:lnTo>
                  <a:lnTo>
                    <a:pt x="7737" y="8774"/>
                  </a:lnTo>
                  <a:cubicBezTo>
                    <a:pt x="8309" y="8774"/>
                    <a:pt x="8774" y="8308"/>
                    <a:pt x="8774" y="7750"/>
                  </a:cubicBezTo>
                  <a:lnTo>
                    <a:pt x="8774" y="1024"/>
                  </a:lnTo>
                  <a:cubicBezTo>
                    <a:pt x="8774" y="452"/>
                    <a:pt x="8309" y="0"/>
                    <a:pt x="7737" y="0"/>
                  </a:cubicBez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79"/>
            <p:cNvSpPr/>
            <p:nvPr/>
          </p:nvSpPr>
          <p:spPr>
            <a:xfrm>
              <a:off x="697675" y="1886725"/>
              <a:ext cx="113725" cy="98325"/>
            </a:xfrm>
            <a:custGeom>
              <a:avLst/>
              <a:gdLst/>
              <a:ahLst/>
              <a:cxnLst/>
              <a:rect l="l" t="t" r="r" b="b"/>
              <a:pathLst>
                <a:path w="4549" h="3933" extrusionOk="0">
                  <a:moveTo>
                    <a:pt x="2442" y="1"/>
                  </a:moveTo>
                  <a:cubicBezTo>
                    <a:pt x="1688" y="1"/>
                    <a:pt x="925" y="477"/>
                    <a:pt x="574" y="1198"/>
                  </a:cubicBezTo>
                  <a:cubicBezTo>
                    <a:pt x="1" y="2370"/>
                    <a:pt x="636" y="3933"/>
                    <a:pt x="1626" y="3933"/>
                  </a:cubicBezTo>
                  <a:cubicBezTo>
                    <a:pt x="1669" y="3933"/>
                    <a:pt x="1713" y="3930"/>
                    <a:pt x="1757" y="3923"/>
                  </a:cubicBezTo>
                  <a:cubicBezTo>
                    <a:pt x="2834" y="3777"/>
                    <a:pt x="3485" y="2873"/>
                    <a:pt x="3485" y="2873"/>
                  </a:cubicBezTo>
                  <a:cubicBezTo>
                    <a:pt x="4376" y="2754"/>
                    <a:pt x="4549" y="1956"/>
                    <a:pt x="4509" y="1345"/>
                  </a:cubicBezTo>
                  <a:cubicBezTo>
                    <a:pt x="4471" y="758"/>
                    <a:pt x="3942" y="288"/>
                    <a:pt x="3481" y="288"/>
                  </a:cubicBezTo>
                  <a:cubicBezTo>
                    <a:pt x="3451" y="288"/>
                    <a:pt x="3421" y="290"/>
                    <a:pt x="3392" y="294"/>
                  </a:cubicBezTo>
                  <a:cubicBezTo>
                    <a:pt x="3101" y="92"/>
                    <a:pt x="2772" y="1"/>
                    <a:pt x="2442" y="1"/>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79"/>
            <p:cNvSpPr/>
            <p:nvPr/>
          </p:nvSpPr>
          <p:spPr>
            <a:xfrm>
              <a:off x="688075" y="1869150"/>
              <a:ext cx="47900" cy="47875"/>
            </a:xfrm>
            <a:custGeom>
              <a:avLst/>
              <a:gdLst/>
              <a:ahLst/>
              <a:cxnLst/>
              <a:rect l="l" t="t" r="r" b="b"/>
              <a:pathLst>
                <a:path w="1916" h="1915" extrusionOk="0">
                  <a:moveTo>
                    <a:pt x="958" y="0"/>
                  </a:moveTo>
                  <a:cubicBezTo>
                    <a:pt x="426" y="0"/>
                    <a:pt x="1" y="439"/>
                    <a:pt x="1" y="958"/>
                  </a:cubicBezTo>
                  <a:cubicBezTo>
                    <a:pt x="1" y="1489"/>
                    <a:pt x="426" y="1915"/>
                    <a:pt x="958" y="1915"/>
                  </a:cubicBezTo>
                  <a:cubicBezTo>
                    <a:pt x="1490" y="1915"/>
                    <a:pt x="1915" y="1489"/>
                    <a:pt x="1915" y="958"/>
                  </a:cubicBezTo>
                  <a:cubicBezTo>
                    <a:pt x="1915" y="439"/>
                    <a:pt x="1490" y="0"/>
                    <a:pt x="958" y="0"/>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79"/>
            <p:cNvSpPr/>
            <p:nvPr/>
          </p:nvSpPr>
          <p:spPr>
            <a:xfrm>
              <a:off x="789775" y="2634825"/>
              <a:ext cx="244025" cy="607875"/>
            </a:xfrm>
            <a:custGeom>
              <a:avLst/>
              <a:gdLst/>
              <a:ahLst/>
              <a:cxnLst/>
              <a:rect l="l" t="t" r="r" b="b"/>
              <a:pathLst>
                <a:path w="9761" h="24315" extrusionOk="0">
                  <a:moveTo>
                    <a:pt x="1" y="1"/>
                  </a:moveTo>
                  <a:lnTo>
                    <a:pt x="1795" y="4560"/>
                  </a:lnTo>
                  <a:cubicBezTo>
                    <a:pt x="1117" y="11180"/>
                    <a:pt x="5730" y="16577"/>
                    <a:pt x="6368" y="20951"/>
                  </a:cubicBezTo>
                  <a:cubicBezTo>
                    <a:pt x="5783" y="22014"/>
                    <a:pt x="5929" y="23862"/>
                    <a:pt x="5929" y="23862"/>
                  </a:cubicBezTo>
                  <a:lnTo>
                    <a:pt x="6461" y="23955"/>
                  </a:lnTo>
                  <a:cubicBezTo>
                    <a:pt x="6461" y="23277"/>
                    <a:pt x="6807" y="22546"/>
                    <a:pt x="6807" y="22546"/>
                  </a:cubicBezTo>
                  <a:cubicBezTo>
                    <a:pt x="7724" y="23715"/>
                    <a:pt x="8655" y="24061"/>
                    <a:pt x="9080" y="24247"/>
                  </a:cubicBezTo>
                  <a:cubicBezTo>
                    <a:pt x="9178" y="24292"/>
                    <a:pt x="9277" y="24315"/>
                    <a:pt x="9360" y="24315"/>
                  </a:cubicBezTo>
                  <a:cubicBezTo>
                    <a:pt x="9649" y="24315"/>
                    <a:pt x="9761" y="24043"/>
                    <a:pt x="9080" y="23476"/>
                  </a:cubicBezTo>
                  <a:cubicBezTo>
                    <a:pt x="8216" y="22745"/>
                    <a:pt x="7578" y="20273"/>
                    <a:pt x="7578" y="20273"/>
                  </a:cubicBezTo>
                  <a:cubicBezTo>
                    <a:pt x="7046" y="14969"/>
                    <a:pt x="4667" y="1"/>
                    <a:pt x="4667" y="1"/>
                  </a:cubicBez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79"/>
            <p:cNvSpPr/>
            <p:nvPr/>
          </p:nvSpPr>
          <p:spPr>
            <a:xfrm>
              <a:off x="403275" y="2615225"/>
              <a:ext cx="290825" cy="620375"/>
            </a:xfrm>
            <a:custGeom>
              <a:avLst/>
              <a:gdLst/>
              <a:ahLst/>
              <a:cxnLst/>
              <a:rect l="l" t="t" r="r" b="b"/>
              <a:pathLst>
                <a:path w="11633" h="24815" extrusionOk="0">
                  <a:moveTo>
                    <a:pt x="7418" y="0"/>
                  </a:moveTo>
                  <a:lnTo>
                    <a:pt x="6966" y="5225"/>
                  </a:lnTo>
                  <a:cubicBezTo>
                    <a:pt x="3018" y="10568"/>
                    <a:pt x="3537" y="16244"/>
                    <a:pt x="1862" y="20339"/>
                  </a:cubicBezTo>
                  <a:cubicBezTo>
                    <a:pt x="812" y="20964"/>
                    <a:pt x="1" y="22625"/>
                    <a:pt x="1" y="22625"/>
                  </a:cubicBezTo>
                  <a:lnTo>
                    <a:pt x="413" y="22984"/>
                  </a:lnTo>
                  <a:cubicBezTo>
                    <a:pt x="758" y="22399"/>
                    <a:pt x="1423" y="21947"/>
                    <a:pt x="1423" y="21947"/>
                  </a:cubicBezTo>
                  <a:cubicBezTo>
                    <a:pt x="1622" y="23423"/>
                    <a:pt x="2247" y="24180"/>
                    <a:pt x="2526" y="24566"/>
                  </a:cubicBezTo>
                  <a:cubicBezTo>
                    <a:pt x="2633" y="24719"/>
                    <a:pt x="2772" y="24815"/>
                    <a:pt x="2880" y="24815"/>
                  </a:cubicBezTo>
                  <a:cubicBezTo>
                    <a:pt x="3056" y="24815"/>
                    <a:pt x="3155" y="24566"/>
                    <a:pt x="2925" y="23901"/>
                  </a:cubicBezTo>
                  <a:cubicBezTo>
                    <a:pt x="2540" y="22825"/>
                    <a:pt x="3258" y="20365"/>
                    <a:pt x="3258" y="20365"/>
                  </a:cubicBezTo>
                  <a:cubicBezTo>
                    <a:pt x="4587" y="17494"/>
                    <a:pt x="7937" y="11858"/>
                    <a:pt x="9917" y="6580"/>
                  </a:cubicBezTo>
                  <a:cubicBezTo>
                    <a:pt x="11021" y="3629"/>
                    <a:pt x="11632" y="944"/>
                    <a:pt x="11632" y="944"/>
                  </a:cubicBezTo>
                  <a:lnTo>
                    <a:pt x="7418" y="0"/>
                  </a:ln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79"/>
            <p:cNvSpPr/>
            <p:nvPr/>
          </p:nvSpPr>
          <p:spPr>
            <a:xfrm>
              <a:off x="789775" y="2634825"/>
              <a:ext cx="121000" cy="32275"/>
            </a:xfrm>
            <a:custGeom>
              <a:avLst/>
              <a:gdLst/>
              <a:ahLst/>
              <a:cxnLst/>
              <a:rect l="l" t="t" r="r" b="b"/>
              <a:pathLst>
                <a:path w="4840" h="1291" extrusionOk="0">
                  <a:moveTo>
                    <a:pt x="1" y="1"/>
                  </a:moveTo>
                  <a:lnTo>
                    <a:pt x="506" y="1290"/>
                  </a:lnTo>
                  <a:cubicBezTo>
                    <a:pt x="2407" y="1170"/>
                    <a:pt x="4015" y="1131"/>
                    <a:pt x="4839" y="1104"/>
                  </a:cubicBezTo>
                  <a:cubicBezTo>
                    <a:pt x="4733" y="399"/>
                    <a:pt x="4667" y="1"/>
                    <a:pt x="4667" y="1"/>
                  </a:cubicBezTo>
                  <a:close/>
                </a:path>
              </a:pathLst>
            </a:custGeom>
            <a:solidFill>
              <a:srgbClr val="DB46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79"/>
            <p:cNvSpPr/>
            <p:nvPr/>
          </p:nvSpPr>
          <p:spPr>
            <a:xfrm>
              <a:off x="581750" y="2615225"/>
              <a:ext cx="112350" cy="78775"/>
            </a:xfrm>
            <a:custGeom>
              <a:avLst/>
              <a:gdLst/>
              <a:ahLst/>
              <a:cxnLst/>
              <a:rect l="l" t="t" r="r" b="b"/>
              <a:pathLst>
                <a:path w="4494" h="3151" extrusionOk="0">
                  <a:moveTo>
                    <a:pt x="279" y="0"/>
                  </a:moveTo>
                  <a:lnTo>
                    <a:pt x="0" y="3151"/>
                  </a:lnTo>
                  <a:cubicBezTo>
                    <a:pt x="1157" y="2858"/>
                    <a:pt x="2592" y="2646"/>
                    <a:pt x="4108" y="2460"/>
                  </a:cubicBezTo>
                  <a:cubicBezTo>
                    <a:pt x="4360" y="1529"/>
                    <a:pt x="4493" y="944"/>
                    <a:pt x="4493" y="944"/>
                  </a:cubicBezTo>
                  <a:lnTo>
                    <a:pt x="279" y="0"/>
                  </a:lnTo>
                  <a:close/>
                </a:path>
              </a:pathLst>
            </a:custGeom>
            <a:solidFill>
              <a:srgbClr val="DB46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79"/>
            <p:cNvSpPr/>
            <p:nvPr/>
          </p:nvSpPr>
          <p:spPr>
            <a:xfrm>
              <a:off x="570775" y="2256300"/>
              <a:ext cx="346975" cy="392175"/>
            </a:xfrm>
            <a:custGeom>
              <a:avLst/>
              <a:gdLst/>
              <a:ahLst/>
              <a:cxnLst/>
              <a:rect l="l" t="t" r="r" b="b"/>
              <a:pathLst>
                <a:path w="13879" h="15687" extrusionOk="0">
                  <a:moveTo>
                    <a:pt x="4387" y="1"/>
                  </a:moveTo>
                  <a:cubicBezTo>
                    <a:pt x="2141" y="1782"/>
                    <a:pt x="652" y="10702"/>
                    <a:pt x="652" y="10702"/>
                  </a:cubicBezTo>
                  <a:lnTo>
                    <a:pt x="0" y="15687"/>
                  </a:lnTo>
                  <a:lnTo>
                    <a:pt x="13879" y="15687"/>
                  </a:lnTo>
                  <a:lnTo>
                    <a:pt x="10502" y="1"/>
                  </a:lnTo>
                  <a:close/>
                </a:path>
              </a:pathLst>
            </a:custGeom>
            <a:solidFill>
              <a:srgbClr val="536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79"/>
            <p:cNvSpPr/>
            <p:nvPr/>
          </p:nvSpPr>
          <p:spPr>
            <a:xfrm>
              <a:off x="555150" y="2341050"/>
              <a:ext cx="231675" cy="153900"/>
            </a:xfrm>
            <a:custGeom>
              <a:avLst/>
              <a:gdLst/>
              <a:ahLst/>
              <a:cxnLst/>
              <a:rect l="l" t="t" r="r" b="b"/>
              <a:pathLst>
                <a:path w="9267" h="6156" extrusionOk="0">
                  <a:moveTo>
                    <a:pt x="506" y="1"/>
                  </a:moveTo>
                  <a:cubicBezTo>
                    <a:pt x="227" y="1"/>
                    <a:pt x="1" y="227"/>
                    <a:pt x="1" y="492"/>
                  </a:cubicBezTo>
                  <a:lnTo>
                    <a:pt x="1" y="5650"/>
                  </a:lnTo>
                  <a:cubicBezTo>
                    <a:pt x="1" y="5929"/>
                    <a:pt x="227" y="6155"/>
                    <a:pt x="506" y="6155"/>
                  </a:cubicBezTo>
                  <a:lnTo>
                    <a:pt x="8774" y="6155"/>
                  </a:lnTo>
                  <a:cubicBezTo>
                    <a:pt x="9053" y="6155"/>
                    <a:pt x="9266" y="5929"/>
                    <a:pt x="9266" y="5650"/>
                  </a:cubicBezTo>
                  <a:lnTo>
                    <a:pt x="9266" y="492"/>
                  </a:lnTo>
                  <a:cubicBezTo>
                    <a:pt x="9266" y="227"/>
                    <a:pt x="9053" y="1"/>
                    <a:pt x="8774" y="1"/>
                  </a:cubicBezTo>
                  <a:close/>
                </a:path>
              </a:pathLst>
            </a:custGeom>
            <a:solidFill>
              <a:srgbClr val="EBCA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79"/>
            <p:cNvSpPr/>
            <p:nvPr/>
          </p:nvSpPr>
          <p:spPr>
            <a:xfrm>
              <a:off x="647550" y="2394225"/>
              <a:ext cx="47200" cy="47550"/>
            </a:xfrm>
            <a:custGeom>
              <a:avLst/>
              <a:gdLst/>
              <a:ahLst/>
              <a:cxnLst/>
              <a:rect l="l" t="t" r="r" b="b"/>
              <a:pathLst>
                <a:path w="1888" h="1902" extrusionOk="0">
                  <a:moveTo>
                    <a:pt x="944" y="0"/>
                  </a:moveTo>
                  <a:cubicBezTo>
                    <a:pt x="412" y="0"/>
                    <a:pt x="0" y="426"/>
                    <a:pt x="0" y="944"/>
                  </a:cubicBezTo>
                  <a:cubicBezTo>
                    <a:pt x="0" y="1476"/>
                    <a:pt x="412" y="1901"/>
                    <a:pt x="944" y="1901"/>
                  </a:cubicBezTo>
                  <a:cubicBezTo>
                    <a:pt x="1462" y="1901"/>
                    <a:pt x="1888" y="1476"/>
                    <a:pt x="1888" y="944"/>
                  </a:cubicBezTo>
                  <a:cubicBezTo>
                    <a:pt x="1888" y="426"/>
                    <a:pt x="1462" y="0"/>
                    <a:pt x="944" y="0"/>
                  </a:cubicBezTo>
                  <a:close/>
                </a:path>
              </a:pathLst>
            </a:custGeom>
            <a:solidFill>
              <a:srgbClr val="FFF0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79"/>
            <p:cNvSpPr/>
            <p:nvPr/>
          </p:nvSpPr>
          <p:spPr>
            <a:xfrm>
              <a:off x="555150" y="2341050"/>
              <a:ext cx="134950" cy="151900"/>
            </a:xfrm>
            <a:custGeom>
              <a:avLst/>
              <a:gdLst/>
              <a:ahLst/>
              <a:cxnLst/>
              <a:rect l="l" t="t" r="r" b="b"/>
              <a:pathLst>
                <a:path w="5398" h="6076" extrusionOk="0">
                  <a:moveTo>
                    <a:pt x="506" y="1"/>
                  </a:moveTo>
                  <a:cubicBezTo>
                    <a:pt x="227" y="1"/>
                    <a:pt x="1" y="227"/>
                    <a:pt x="1" y="492"/>
                  </a:cubicBezTo>
                  <a:lnTo>
                    <a:pt x="1" y="1356"/>
                  </a:lnTo>
                  <a:lnTo>
                    <a:pt x="4640" y="5265"/>
                  </a:lnTo>
                  <a:lnTo>
                    <a:pt x="5132" y="6076"/>
                  </a:lnTo>
                  <a:lnTo>
                    <a:pt x="5398" y="5039"/>
                  </a:lnTo>
                  <a:lnTo>
                    <a:pt x="2540" y="944"/>
                  </a:lnTo>
                  <a:lnTo>
                    <a:pt x="1622" y="1"/>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79"/>
            <p:cNvSpPr/>
            <p:nvPr/>
          </p:nvSpPr>
          <p:spPr>
            <a:xfrm>
              <a:off x="639575" y="2256300"/>
              <a:ext cx="199750" cy="67175"/>
            </a:xfrm>
            <a:custGeom>
              <a:avLst/>
              <a:gdLst/>
              <a:ahLst/>
              <a:cxnLst/>
              <a:rect l="l" t="t" r="r" b="b"/>
              <a:pathLst>
                <a:path w="7990" h="2687" extrusionOk="0">
                  <a:moveTo>
                    <a:pt x="1635" y="1"/>
                  </a:moveTo>
                  <a:cubicBezTo>
                    <a:pt x="1024" y="479"/>
                    <a:pt x="479" y="1476"/>
                    <a:pt x="0" y="2686"/>
                  </a:cubicBezTo>
                  <a:lnTo>
                    <a:pt x="7989" y="1078"/>
                  </a:lnTo>
                  <a:lnTo>
                    <a:pt x="7750" y="1"/>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79"/>
            <p:cNvSpPr/>
            <p:nvPr/>
          </p:nvSpPr>
          <p:spPr>
            <a:xfrm>
              <a:off x="899775" y="1961875"/>
              <a:ext cx="76475" cy="100375"/>
            </a:xfrm>
            <a:custGeom>
              <a:avLst/>
              <a:gdLst/>
              <a:ahLst/>
              <a:cxnLst/>
              <a:rect l="l" t="t" r="r" b="b"/>
              <a:pathLst>
                <a:path w="3059" h="4015" extrusionOk="0">
                  <a:moveTo>
                    <a:pt x="1357" y="0"/>
                  </a:moveTo>
                  <a:cubicBezTo>
                    <a:pt x="1144" y="0"/>
                    <a:pt x="931" y="173"/>
                    <a:pt x="878" y="386"/>
                  </a:cubicBezTo>
                  <a:lnTo>
                    <a:pt x="54" y="3629"/>
                  </a:lnTo>
                  <a:cubicBezTo>
                    <a:pt x="1" y="3842"/>
                    <a:pt x="134" y="4015"/>
                    <a:pt x="346" y="4015"/>
                  </a:cubicBezTo>
                  <a:lnTo>
                    <a:pt x="1702" y="4015"/>
                  </a:lnTo>
                  <a:cubicBezTo>
                    <a:pt x="1915" y="4015"/>
                    <a:pt x="2141" y="3842"/>
                    <a:pt x="2194" y="3629"/>
                  </a:cubicBezTo>
                  <a:lnTo>
                    <a:pt x="3005" y="386"/>
                  </a:lnTo>
                  <a:cubicBezTo>
                    <a:pt x="3058" y="173"/>
                    <a:pt x="2925" y="0"/>
                    <a:pt x="2713" y="0"/>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79"/>
            <p:cNvSpPr/>
            <p:nvPr/>
          </p:nvSpPr>
          <p:spPr>
            <a:xfrm>
              <a:off x="904425" y="1961875"/>
              <a:ext cx="71825" cy="100375"/>
            </a:xfrm>
            <a:custGeom>
              <a:avLst/>
              <a:gdLst/>
              <a:ahLst/>
              <a:cxnLst/>
              <a:rect l="l" t="t" r="r" b="b"/>
              <a:pathLst>
                <a:path w="2873" h="4015" extrusionOk="0">
                  <a:moveTo>
                    <a:pt x="1343" y="0"/>
                  </a:moveTo>
                  <a:cubicBezTo>
                    <a:pt x="1131" y="0"/>
                    <a:pt x="918" y="173"/>
                    <a:pt x="865" y="386"/>
                  </a:cubicBezTo>
                  <a:lnTo>
                    <a:pt x="54" y="3629"/>
                  </a:lnTo>
                  <a:cubicBezTo>
                    <a:pt x="1" y="3842"/>
                    <a:pt x="120" y="4015"/>
                    <a:pt x="333" y="4015"/>
                  </a:cubicBezTo>
                  <a:lnTo>
                    <a:pt x="1516" y="4015"/>
                  </a:lnTo>
                  <a:cubicBezTo>
                    <a:pt x="1729" y="4015"/>
                    <a:pt x="1955" y="3842"/>
                    <a:pt x="2008" y="3629"/>
                  </a:cubicBezTo>
                  <a:lnTo>
                    <a:pt x="2819" y="386"/>
                  </a:lnTo>
                  <a:cubicBezTo>
                    <a:pt x="2872" y="173"/>
                    <a:pt x="2739" y="0"/>
                    <a:pt x="2527" y="0"/>
                  </a:cubicBezTo>
                  <a:close/>
                </a:path>
              </a:pathLst>
            </a:custGeom>
            <a:solidFill>
              <a:srgbClr val="1A22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79"/>
            <p:cNvSpPr/>
            <p:nvPr/>
          </p:nvSpPr>
          <p:spPr>
            <a:xfrm>
              <a:off x="931675" y="1970500"/>
              <a:ext cx="9675" cy="8350"/>
            </a:xfrm>
            <a:custGeom>
              <a:avLst/>
              <a:gdLst/>
              <a:ahLst/>
              <a:cxnLst/>
              <a:rect l="l" t="t" r="r" b="b"/>
              <a:pathLst>
                <a:path w="387" h="334" fill="none" extrusionOk="0">
                  <a:moveTo>
                    <a:pt x="360" y="160"/>
                  </a:moveTo>
                  <a:cubicBezTo>
                    <a:pt x="333" y="253"/>
                    <a:pt x="240" y="333"/>
                    <a:pt x="147" y="333"/>
                  </a:cubicBezTo>
                  <a:cubicBezTo>
                    <a:pt x="54" y="333"/>
                    <a:pt x="1" y="253"/>
                    <a:pt x="14" y="160"/>
                  </a:cubicBezTo>
                  <a:cubicBezTo>
                    <a:pt x="41" y="67"/>
                    <a:pt x="134" y="1"/>
                    <a:pt x="227" y="1"/>
                  </a:cubicBezTo>
                  <a:cubicBezTo>
                    <a:pt x="320" y="1"/>
                    <a:pt x="386" y="67"/>
                    <a:pt x="360" y="160"/>
                  </a:cubicBezTo>
                  <a:close/>
                </a:path>
              </a:pathLst>
            </a:custGeom>
            <a:noFill/>
            <a:ln w="165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79"/>
            <p:cNvSpPr/>
            <p:nvPr/>
          </p:nvSpPr>
          <p:spPr>
            <a:xfrm>
              <a:off x="816025" y="1985825"/>
              <a:ext cx="164200" cy="296600"/>
            </a:xfrm>
            <a:custGeom>
              <a:avLst/>
              <a:gdLst/>
              <a:ahLst/>
              <a:cxnLst/>
              <a:rect l="l" t="t" r="r" b="b"/>
              <a:pathLst>
                <a:path w="6568" h="11864" extrusionOk="0">
                  <a:moveTo>
                    <a:pt x="5900" y="1"/>
                  </a:moveTo>
                  <a:cubicBezTo>
                    <a:pt x="5860" y="1"/>
                    <a:pt x="5806" y="117"/>
                    <a:pt x="5770" y="252"/>
                  </a:cubicBezTo>
                  <a:cubicBezTo>
                    <a:pt x="5717" y="465"/>
                    <a:pt x="5424" y="970"/>
                    <a:pt x="5424" y="970"/>
                  </a:cubicBezTo>
                  <a:cubicBezTo>
                    <a:pt x="5424" y="970"/>
                    <a:pt x="5411" y="146"/>
                    <a:pt x="5292" y="92"/>
                  </a:cubicBezTo>
                  <a:cubicBezTo>
                    <a:pt x="5288" y="91"/>
                    <a:pt x="5285" y="90"/>
                    <a:pt x="5282" y="90"/>
                  </a:cubicBezTo>
                  <a:cubicBezTo>
                    <a:pt x="5182" y="90"/>
                    <a:pt x="5132" y="917"/>
                    <a:pt x="5132" y="917"/>
                  </a:cubicBezTo>
                  <a:cubicBezTo>
                    <a:pt x="5132" y="917"/>
                    <a:pt x="5092" y="159"/>
                    <a:pt x="4919" y="92"/>
                  </a:cubicBezTo>
                  <a:cubicBezTo>
                    <a:pt x="4915" y="91"/>
                    <a:pt x="4911" y="90"/>
                    <a:pt x="4907" y="90"/>
                  </a:cubicBezTo>
                  <a:cubicBezTo>
                    <a:pt x="4768" y="90"/>
                    <a:pt x="4919" y="1209"/>
                    <a:pt x="4919" y="1209"/>
                  </a:cubicBezTo>
                  <a:cubicBezTo>
                    <a:pt x="4919" y="1209"/>
                    <a:pt x="4726" y="770"/>
                    <a:pt x="4618" y="770"/>
                  </a:cubicBezTo>
                  <a:cubicBezTo>
                    <a:pt x="4617" y="770"/>
                    <a:pt x="4615" y="770"/>
                    <a:pt x="4614" y="770"/>
                  </a:cubicBezTo>
                  <a:cubicBezTo>
                    <a:pt x="4521" y="770"/>
                    <a:pt x="4919" y="2392"/>
                    <a:pt x="4919" y="2392"/>
                  </a:cubicBezTo>
                  <a:lnTo>
                    <a:pt x="3803" y="7058"/>
                  </a:lnTo>
                  <a:cubicBezTo>
                    <a:pt x="3803" y="7058"/>
                    <a:pt x="759" y="2751"/>
                    <a:pt x="1" y="2140"/>
                  </a:cubicBezTo>
                  <a:lnTo>
                    <a:pt x="1" y="7576"/>
                  </a:lnTo>
                  <a:cubicBezTo>
                    <a:pt x="1" y="7576"/>
                    <a:pt x="1835" y="10541"/>
                    <a:pt x="2659" y="11259"/>
                  </a:cubicBezTo>
                  <a:cubicBezTo>
                    <a:pt x="3060" y="11607"/>
                    <a:pt x="3713" y="11864"/>
                    <a:pt x="4354" y="11864"/>
                  </a:cubicBezTo>
                  <a:cubicBezTo>
                    <a:pt x="5181" y="11864"/>
                    <a:pt x="5986" y="11435"/>
                    <a:pt x="6195" y="10222"/>
                  </a:cubicBezTo>
                  <a:cubicBezTo>
                    <a:pt x="6568" y="8068"/>
                    <a:pt x="5571" y="2498"/>
                    <a:pt x="5571" y="2498"/>
                  </a:cubicBezTo>
                  <a:cubicBezTo>
                    <a:pt x="5757" y="2193"/>
                    <a:pt x="5730" y="1475"/>
                    <a:pt x="5730" y="1262"/>
                  </a:cubicBezTo>
                  <a:cubicBezTo>
                    <a:pt x="5730" y="1049"/>
                    <a:pt x="5983" y="292"/>
                    <a:pt x="5943" y="92"/>
                  </a:cubicBezTo>
                  <a:cubicBezTo>
                    <a:pt x="5934" y="28"/>
                    <a:pt x="5919" y="1"/>
                    <a:pt x="5900" y="1"/>
                  </a:cubicBez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79"/>
            <p:cNvSpPr/>
            <p:nvPr/>
          </p:nvSpPr>
          <p:spPr>
            <a:xfrm>
              <a:off x="900775" y="2162250"/>
              <a:ext cx="10325" cy="42900"/>
            </a:xfrm>
            <a:custGeom>
              <a:avLst/>
              <a:gdLst/>
              <a:ahLst/>
              <a:cxnLst/>
              <a:rect l="l" t="t" r="r" b="b"/>
              <a:pathLst>
                <a:path w="413" h="1716" fill="none" extrusionOk="0">
                  <a:moveTo>
                    <a:pt x="413" y="1"/>
                  </a:moveTo>
                  <a:lnTo>
                    <a:pt x="1" y="1716"/>
                  </a:lnTo>
                </a:path>
              </a:pathLst>
            </a:custGeom>
            <a:noFill/>
            <a:ln w="2000" cap="flat" cmpd="sng">
              <a:solidFill>
                <a:srgbClr val="F76868"/>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79"/>
            <p:cNvSpPr/>
            <p:nvPr/>
          </p:nvSpPr>
          <p:spPr>
            <a:xfrm>
              <a:off x="816025" y="2039300"/>
              <a:ext cx="75475" cy="187800"/>
            </a:xfrm>
            <a:custGeom>
              <a:avLst/>
              <a:gdLst/>
              <a:ahLst/>
              <a:cxnLst/>
              <a:rect l="l" t="t" r="r" b="b"/>
              <a:pathLst>
                <a:path w="3019" h="7512" extrusionOk="0">
                  <a:moveTo>
                    <a:pt x="1" y="1"/>
                  </a:moveTo>
                  <a:lnTo>
                    <a:pt x="1" y="5437"/>
                  </a:lnTo>
                  <a:cubicBezTo>
                    <a:pt x="1" y="5437"/>
                    <a:pt x="652" y="6501"/>
                    <a:pt x="1370" y="7511"/>
                  </a:cubicBezTo>
                  <a:cubicBezTo>
                    <a:pt x="1569" y="6195"/>
                    <a:pt x="2447" y="4693"/>
                    <a:pt x="3018" y="3829"/>
                  </a:cubicBezTo>
                  <a:cubicBezTo>
                    <a:pt x="2061" y="2500"/>
                    <a:pt x="506" y="413"/>
                    <a:pt x="1" y="1"/>
                  </a:cubicBezTo>
                  <a:close/>
                </a:path>
              </a:pathLst>
            </a:custGeom>
            <a:solidFill>
              <a:srgbClr val="DB46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79"/>
            <p:cNvSpPr/>
            <p:nvPr/>
          </p:nvSpPr>
          <p:spPr>
            <a:xfrm>
              <a:off x="650875" y="2011725"/>
              <a:ext cx="204400" cy="255575"/>
            </a:xfrm>
            <a:custGeom>
              <a:avLst/>
              <a:gdLst/>
              <a:ahLst/>
              <a:cxnLst/>
              <a:rect l="l" t="t" r="r" b="b"/>
              <a:pathLst>
                <a:path w="8176" h="10223" extrusionOk="0">
                  <a:moveTo>
                    <a:pt x="4945" y="0"/>
                  </a:moveTo>
                  <a:lnTo>
                    <a:pt x="2778" y="67"/>
                  </a:lnTo>
                  <a:lnTo>
                    <a:pt x="1210" y="705"/>
                  </a:lnTo>
                  <a:cubicBezTo>
                    <a:pt x="877" y="838"/>
                    <a:pt x="651" y="1143"/>
                    <a:pt x="612" y="1502"/>
                  </a:cubicBezTo>
                  <a:lnTo>
                    <a:pt x="0" y="6899"/>
                  </a:lnTo>
                  <a:cubicBezTo>
                    <a:pt x="0" y="6899"/>
                    <a:pt x="665" y="8229"/>
                    <a:pt x="572" y="8946"/>
                  </a:cubicBezTo>
                  <a:cubicBezTo>
                    <a:pt x="492" y="9651"/>
                    <a:pt x="572" y="10223"/>
                    <a:pt x="1489" y="10223"/>
                  </a:cubicBezTo>
                  <a:lnTo>
                    <a:pt x="6886" y="10223"/>
                  </a:lnTo>
                  <a:cubicBezTo>
                    <a:pt x="7684" y="10223"/>
                    <a:pt x="7737" y="10169"/>
                    <a:pt x="7777" y="9864"/>
                  </a:cubicBezTo>
                  <a:cubicBezTo>
                    <a:pt x="7817" y="9558"/>
                    <a:pt x="7431" y="6873"/>
                    <a:pt x="7431" y="6873"/>
                  </a:cubicBezTo>
                  <a:cubicBezTo>
                    <a:pt x="7431" y="6873"/>
                    <a:pt x="8175" y="5384"/>
                    <a:pt x="7883" y="4294"/>
                  </a:cubicBezTo>
                  <a:cubicBezTo>
                    <a:pt x="7591" y="3204"/>
                    <a:pt x="6607" y="1104"/>
                    <a:pt x="6607" y="1104"/>
                  </a:cubicBezTo>
                  <a:lnTo>
                    <a:pt x="4945" y="0"/>
                  </a:lnTo>
                  <a:close/>
                </a:path>
              </a:pathLst>
            </a:custGeom>
            <a:solidFill>
              <a:srgbClr val="1A22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79"/>
            <p:cNvSpPr/>
            <p:nvPr/>
          </p:nvSpPr>
          <p:spPr>
            <a:xfrm>
              <a:off x="650875" y="2139675"/>
              <a:ext cx="73125" cy="127625"/>
            </a:xfrm>
            <a:custGeom>
              <a:avLst/>
              <a:gdLst/>
              <a:ahLst/>
              <a:cxnLst/>
              <a:rect l="l" t="t" r="r" b="b"/>
              <a:pathLst>
                <a:path w="2925" h="5105" extrusionOk="0">
                  <a:moveTo>
                    <a:pt x="811" y="0"/>
                  </a:moveTo>
                  <a:lnTo>
                    <a:pt x="173" y="239"/>
                  </a:lnTo>
                  <a:lnTo>
                    <a:pt x="0" y="1781"/>
                  </a:lnTo>
                  <a:cubicBezTo>
                    <a:pt x="0" y="1781"/>
                    <a:pt x="665" y="3111"/>
                    <a:pt x="572" y="3828"/>
                  </a:cubicBezTo>
                  <a:cubicBezTo>
                    <a:pt x="492" y="4533"/>
                    <a:pt x="572" y="5105"/>
                    <a:pt x="1489" y="5105"/>
                  </a:cubicBezTo>
                  <a:lnTo>
                    <a:pt x="2925" y="5105"/>
                  </a:lnTo>
                  <a:cubicBezTo>
                    <a:pt x="625" y="3695"/>
                    <a:pt x="811" y="0"/>
                    <a:pt x="811" y="0"/>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79"/>
            <p:cNvSpPr/>
            <p:nvPr/>
          </p:nvSpPr>
          <p:spPr>
            <a:xfrm>
              <a:off x="515600" y="2031775"/>
              <a:ext cx="212725" cy="469300"/>
            </a:xfrm>
            <a:custGeom>
              <a:avLst/>
              <a:gdLst/>
              <a:ahLst/>
              <a:cxnLst/>
              <a:rect l="l" t="t" r="r" b="b"/>
              <a:pathLst>
                <a:path w="8509" h="18772" extrusionOk="0">
                  <a:moveTo>
                    <a:pt x="6552" y="1"/>
                  </a:moveTo>
                  <a:cubicBezTo>
                    <a:pt x="6113" y="1"/>
                    <a:pt x="5445" y="456"/>
                    <a:pt x="4986" y="1099"/>
                  </a:cubicBezTo>
                  <a:cubicBezTo>
                    <a:pt x="4441" y="1843"/>
                    <a:pt x="1928" y="5486"/>
                    <a:pt x="1237" y="6828"/>
                  </a:cubicBezTo>
                  <a:cubicBezTo>
                    <a:pt x="546" y="8171"/>
                    <a:pt x="1" y="9846"/>
                    <a:pt x="1237" y="11787"/>
                  </a:cubicBezTo>
                  <a:cubicBezTo>
                    <a:pt x="2473" y="13727"/>
                    <a:pt x="6421" y="17569"/>
                    <a:pt x="6421" y="17569"/>
                  </a:cubicBezTo>
                  <a:cubicBezTo>
                    <a:pt x="6475" y="18433"/>
                    <a:pt x="6913" y="18606"/>
                    <a:pt x="7006" y="18726"/>
                  </a:cubicBezTo>
                  <a:cubicBezTo>
                    <a:pt x="7033" y="18760"/>
                    <a:pt x="7063" y="18771"/>
                    <a:pt x="7097" y="18771"/>
                  </a:cubicBezTo>
                  <a:cubicBezTo>
                    <a:pt x="7168" y="18771"/>
                    <a:pt x="7253" y="18719"/>
                    <a:pt x="7341" y="18719"/>
                  </a:cubicBezTo>
                  <a:cubicBezTo>
                    <a:pt x="7358" y="18719"/>
                    <a:pt x="7375" y="18721"/>
                    <a:pt x="7392" y="18726"/>
                  </a:cubicBezTo>
                  <a:cubicBezTo>
                    <a:pt x="7416" y="18730"/>
                    <a:pt x="7442" y="18732"/>
                    <a:pt x="7468" y="18732"/>
                  </a:cubicBezTo>
                  <a:cubicBezTo>
                    <a:pt x="7599" y="18732"/>
                    <a:pt x="7737" y="18686"/>
                    <a:pt x="7737" y="18686"/>
                  </a:cubicBezTo>
                  <a:cubicBezTo>
                    <a:pt x="7737" y="18686"/>
                    <a:pt x="7867" y="18715"/>
                    <a:pt x="7978" y="18715"/>
                  </a:cubicBezTo>
                  <a:cubicBezTo>
                    <a:pt x="8033" y="18715"/>
                    <a:pt x="8083" y="18708"/>
                    <a:pt x="8110" y="18686"/>
                  </a:cubicBezTo>
                  <a:cubicBezTo>
                    <a:pt x="8189" y="18633"/>
                    <a:pt x="7910" y="18141"/>
                    <a:pt x="7990" y="18114"/>
                  </a:cubicBezTo>
                  <a:cubicBezTo>
                    <a:pt x="7994" y="18112"/>
                    <a:pt x="7998" y="18112"/>
                    <a:pt x="8002" y="18112"/>
                  </a:cubicBezTo>
                  <a:cubicBezTo>
                    <a:pt x="8087" y="18112"/>
                    <a:pt x="8325" y="18410"/>
                    <a:pt x="8415" y="18410"/>
                  </a:cubicBezTo>
                  <a:cubicBezTo>
                    <a:pt x="8427" y="18410"/>
                    <a:pt x="8436" y="18405"/>
                    <a:pt x="8442" y="18393"/>
                  </a:cubicBezTo>
                  <a:cubicBezTo>
                    <a:pt x="8508" y="18300"/>
                    <a:pt x="8322" y="18141"/>
                    <a:pt x="7963" y="17755"/>
                  </a:cubicBezTo>
                  <a:cubicBezTo>
                    <a:pt x="7604" y="17356"/>
                    <a:pt x="7113" y="17051"/>
                    <a:pt x="7113" y="17051"/>
                  </a:cubicBezTo>
                  <a:lnTo>
                    <a:pt x="4122" y="9421"/>
                  </a:lnTo>
                  <a:cubicBezTo>
                    <a:pt x="4122" y="9421"/>
                    <a:pt x="6209" y="4795"/>
                    <a:pt x="6740" y="3665"/>
                  </a:cubicBezTo>
                  <a:cubicBezTo>
                    <a:pt x="7285" y="2548"/>
                    <a:pt x="7724" y="448"/>
                    <a:pt x="6740" y="36"/>
                  </a:cubicBezTo>
                  <a:cubicBezTo>
                    <a:pt x="6685" y="12"/>
                    <a:pt x="6621" y="1"/>
                    <a:pt x="6552" y="1"/>
                  </a:cubicBez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79"/>
            <p:cNvSpPr/>
            <p:nvPr/>
          </p:nvSpPr>
          <p:spPr>
            <a:xfrm>
              <a:off x="403275" y="3128675"/>
              <a:ext cx="78875" cy="106925"/>
            </a:xfrm>
            <a:custGeom>
              <a:avLst/>
              <a:gdLst/>
              <a:ahLst/>
              <a:cxnLst/>
              <a:rect l="l" t="t" r="r" b="b"/>
              <a:pathLst>
                <a:path w="3155" h="4277" extrusionOk="0">
                  <a:moveTo>
                    <a:pt x="1583" y="0"/>
                  </a:moveTo>
                  <a:cubicBezTo>
                    <a:pt x="679" y="718"/>
                    <a:pt x="1" y="2087"/>
                    <a:pt x="1" y="2087"/>
                  </a:cubicBezTo>
                  <a:lnTo>
                    <a:pt x="413" y="2446"/>
                  </a:lnTo>
                  <a:cubicBezTo>
                    <a:pt x="758" y="1861"/>
                    <a:pt x="1423" y="1409"/>
                    <a:pt x="1423" y="1409"/>
                  </a:cubicBezTo>
                  <a:cubicBezTo>
                    <a:pt x="1622" y="2885"/>
                    <a:pt x="2247" y="3642"/>
                    <a:pt x="2526" y="4028"/>
                  </a:cubicBezTo>
                  <a:cubicBezTo>
                    <a:pt x="2633" y="4181"/>
                    <a:pt x="2772" y="4277"/>
                    <a:pt x="2880" y="4277"/>
                  </a:cubicBezTo>
                  <a:cubicBezTo>
                    <a:pt x="3056" y="4277"/>
                    <a:pt x="3155" y="4028"/>
                    <a:pt x="2925" y="3363"/>
                  </a:cubicBezTo>
                  <a:cubicBezTo>
                    <a:pt x="2819" y="3071"/>
                    <a:pt x="2792" y="2672"/>
                    <a:pt x="2819" y="2247"/>
                  </a:cubicBezTo>
                  <a:cubicBezTo>
                    <a:pt x="2487" y="2180"/>
                    <a:pt x="2181" y="2074"/>
                    <a:pt x="2167" y="1888"/>
                  </a:cubicBezTo>
                  <a:cubicBezTo>
                    <a:pt x="2141" y="1582"/>
                    <a:pt x="1782" y="545"/>
                    <a:pt x="1583" y="0"/>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79"/>
            <p:cNvSpPr/>
            <p:nvPr/>
          </p:nvSpPr>
          <p:spPr>
            <a:xfrm>
              <a:off x="935000" y="3168225"/>
              <a:ext cx="98800" cy="74475"/>
            </a:xfrm>
            <a:custGeom>
              <a:avLst/>
              <a:gdLst/>
              <a:ahLst/>
              <a:cxnLst/>
              <a:rect l="l" t="t" r="r" b="b"/>
              <a:pathLst>
                <a:path w="3952" h="2979" extrusionOk="0">
                  <a:moveTo>
                    <a:pt x="386" y="0"/>
                  </a:moveTo>
                  <a:cubicBezTo>
                    <a:pt x="1" y="1063"/>
                    <a:pt x="120" y="2526"/>
                    <a:pt x="120" y="2526"/>
                  </a:cubicBezTo>
                  <a:lnTo>
                    <a:pt x="652" y="2619"/>
                  </a:lnTo>
                  <a:cubicBezTo>
                    <a:pt x="652" y="1941"/>
                    <a:pt x="998" y="1210"/>
                    <a:pt x="998" y="1210"/>
                  </a:cubicBezTo>
                  <a:cubicBezTo>
                    <a:pt x="1915" y="2379"/>
                    <a:pt x="2846" y="2725"/>
                    <a:pt x="3284" y="2911"/>
                  </a:cubicBezTo>
                  <a:cubicBezTo>
                    <a:pt x="3380" y="2956"/>
                    <a:pt x="3476" y="2979"/>
                    <a:pt x="3557" y="2979"/>
                  </a:cubicBezTo>
                  <a:cubicBezTo>
                    <a:pt x="3840" y="2979"/>
                    <a:pt x="3952" y="2707"/>
                    <a:pt x="3271" y="2140"/>
                  </a:cubicBezTo>
                  <a:cubicBezTo>
                    <a:pt x="3018" y="1928"/>
                    <a:pt x="2779" y="1555"/>
                    <a:pt x="2566" y="1130"/>
                  </a:cubicBezTo>
                  <a:cubicBezTo>
                    <a:pt x="2488" y="1158"/>
                    <a:pt x="2396" y="1179"/>
                    <a:pt x="2296" y="1179"/>
                  </a:cubicBezTo>
                  <a:cubicBezTo>
                    <a:pt x="2159" y="1179"/>
                    <a:pt x="2008" y="1139"/>
                    <a:pt x="1862" y="1024"/>
                  </a:cubicBezTo>
                  <a:cubicBezTo>
                    <a:pt x="1569" y="771"/>
                    <a:pt x="798" y="266"/>
                    <a:pt x="386" y="0"/>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79"/>
            <p:cNvSpPr/>
            <p:nvPr/>
          </p:nvSpPr>
          <p:spPr>
            <a:xfrm>
              <a:off x="599025" y="2229400"/>
              <a:ext cx="19625" cy="37900"/>
            </a:xfrm>
            <a:custGeom>
              <a:avLst/>
              <a:gdLst/>
              <a:ahLst/>
              <a:cxnLst/>
              <a:rect l="l" t="t" r="r" b="b"/>
              <a:pathLst>
                <a:path w="785" h="1516" fill="none" extrusionOk="0">
                  <a:moveTo>
                    <a:pt x="785" y="1516"/>
                  </a:moveTo>
                  <a:lnTo>
                    <a:pt x="0" y="0"/>
                  </a:lnTo>
                </a:path>
              </a:pathLst>
            </a:custGeom>
            <a:noFill/>
            <a:ln w="2000" cap="flat" cmpd="sng">
              <a:solidFill>
                <a:srgbClr val="F76868"/>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79"/>
            <p:cNvSpPr/>
            <p:nvPr/>
          </p:nvSpPr>
          <p:spPr>
            <a:xfrm>
              <a:off x="911400" y="1779100"/>
              <a:ext cx="72825" cy="121975"/>
            </a:xfrm>
            <a:custGeom>
              <a:avLst/>
              <a:gdLst/>
              <a:ahLst/>
              <a:cxnLst/>
              <a:rect l="l" t="t" r="r" b="b"/>
              <a:pathLst>
                <a:path w="2913" h="4879" extrusionOk="0">
                  <a:moveTo>
                    <a:pt x="1277" y="1157"/>
                  </a:moveTo>
                  <a:lnTo>
                    <a:pt x="1277" y="2074"/>
                  </a:lnTo>
                  <a:cubicBezTo>
                    <a:pt x="971" y="1994"/>
                    <a:pt x="759" y="1874"/>
                    <a:pt x="759" y="1622"/>
                  </a:cubicBezTo>
                  <a:cubicBezTo>
                    <a:pt x="759" y="1396"/>
                    <a:pt x="905" y="1210"/>
                    <a:pt x="1277" y="1157"/>
                  </a:cubicBezTo>
                  <a:close/>
                  <a:moveTo>
                    <a:pt x="1702" y="2818"/>
                  </a:moveTo>
                  <a:cubicBezTo>
                    <a:pt x="2022" y="2898"/>
                    <a:pt x="2248" y="3018"/>
                    <a:pt x="2248" y="3283"/>
                  </a:cubicBezTo>
                  <a:cubicBezTo>
                    <a:pt x="2248" y="3496"/>
                    <a:pt x="2088" y="3682"/>
                    <a:pt x="1702" y="3735"/>
                  </a:cubicBezTo>
                  <a:lnTo>
                    <a:pt x="1702" y="2818"/>
                  </a:lnTo>
                  <a:close/>
                  <a:moveTo>
                    <a:pt x="1277" y="0"/>
                  </a:moveTo>
                  <a:lnTo>
                    <a:pt x="1277" y="585"/>
                  </a:lnTo>
                  <a:cubicBezTo>
                    <a:pt x="466" y="665"/>
                    <a:pt x="81" y="1130"/>
                    <a:pt x="81" y="1662"/>
                  </a:cubicBezTo>
                  <a:cubicBezTo>
                    <a:pt x="81" y="2379"/>
                    <a:pt x="706" y="2566"/>
                    <a:pt x="1277" y="2712"/>
                  </a:cubicBezTo>
                  <a:lnTo>
                    <a:pt x="1277" y="3749"/>
                  </a:lnTo>
                  <a:cubicBezTo>
                    <a:pt x="878" y="3709"/>
                    <a:pt x="493" y="3563"/>
                    <a:pt x="240" y="3350"/>
                  </a:cubicBezTo>
                  <a:lnTo>
                    <a:pt x="1" y="3882"/>
                  </a:lnTo>
                  <a:cubicBezTo>
                    <a:pt x="280" y="4108"/>
                    <a:pt x="772" y="4280"/>
                    <a:pt x="1277" y="4307"/>
                  </a:cubicBezTo>
                  <a:lnTo>
                    <a:pt x="1277" y="4879"/>
                  </a:lnTo>
                  <a:lnTo>
                    <a:pt x="1702" y="4879"/>
                  </a:lnTo>
                  <a:lnTo>
                    <a:pt x="1702" y="4307"/>
                  </a:lnTo>
                  <a:cubicBezTo>
                    <a:pt x="2527" y="4214"/>
                    <a:pt x="2912" y="3762"/>
                    <a:pt x="2912" y="3230"/>
                  </a:cubicBezTo>
                  <a:cubicBezTo>
                    <a:pt x="2912" y="2512"/>
                    <a:pt x="2287" y="2326"/>
                    <a:pt x="1702" y="2180"/>
                  </a:cubicBezTo>
                  <a:lnTo>
                    <a:pt x="1702" y="1130"/>
                  </a:lnTo>
                  <a:cubicBezTo>
                    <a:pt x="1982" y="1170"/>
                    <a:pt x="2274" y="1250"/>
                    <a:pt x="2553" y="1422"/>
                  </a:cubicBezTo>
                  <a:lnTo>
                    <a:pt x="2766" y="891"/>
                  </a:lnTo>
                  <a:cubicBezTo>
                    <a:pt x="2473" y="705"/>
                    <a:pt x="2088" y="598"/>
                    <a:pt x="1702" y="572"/>
                  </a:cubicBezTo>
                  <a:lnTo>
                    <a:pt x="1702" y="0"/>
                  </a:lnTo>
                  <a:close/>
                </a:path>
              </a:pathLst>
            </a:custGeom>
            <a:solidFill>
              <a:srgbClr val="1A22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79"/>
            <p:cNvSpPr/>
            <p:nvPr/>
          </p:nvSpPr>
          <p:spPr>
            <a:xfrm>
              <a:off x="720325" y="1915000"/>
              <a:ext cx="79450" cy="152175"/>
            </a:xfrm>
            <a:custGeom>
              <a:avLst/>
              <a:gdLst/>
              <a:ahLst/>
              <a:cxnLst/>
              <a:rect l="l" t="t" r="r" b="b"/>
              <a:pathLst>
                <a:path w="3178" h="6087" extrusionOk="0">
                  <a:moveTo>
                    <a:pt x="2313" y="1"/>
                  </a:moveTo>
                  <a:cubicBezTo>
                    <a:pt x="2313" y="1"/>
                    <a:pt x="2008" y="905"/>
                    <a:pt x="1303" y="1237"/>
                  </a:cubicBezTo>
                  <a:cubicBezTo>
                    <a:pt x="1303" y="1237"/>
                    <a:pt x="1189" y="1535"/>
                    <a:pt x="1172" y="1588"/>
                  </a:cubicBezTo>
                  <a:lnTo>
                    <a:pt x="1172" y="1588"/>
                  </a:lnTo>
                  <a:cubicBezTo>
                    <a:pt x="1181" y="1527"/>
                    <a:pt x="1210" y="1166"/>
                    <a:pt x="997" y="1131"/>
                  </a:cubicBezTo>
                  <a:cubicBezTo>
                    <a:pt x="991" y="1130"/>
                    <a:pt x="985" y="1129"/>
                    <a:pt x="978" y="1129"/>
                  </a:cubicBezTo>
                  <a:cubicBezTo>
                    <a:pt x="758" y="1129"/>
                    <a:pt x="531" y="1775"/>
                    <a:pt x="958" y="1982"/>
                  </a:cubicBezTo>
                  <a:lnTo>
                    <a:pt x="532" y="3617"/>
                  </a:lnTo>
                  <a:cubicBezTo>
                    <a:pt x="506" y="3723"/>
                    <a:pt x="426" y="3803"/>
                    <a:pt x="333" y="3829"/>
                  </a:cubicBezTo>
                  <a:lnTo>
                    <a:pt x="0" y="3936"/>
                  </a:lnTo>
                  <a:cubicBezTo>
                    <a:pt x="791" y="4050"/>
                    <a:pt x="1386" y="6087"/>
                    <a:pt x="2161" y="6087"/>
                  </a:cubicBezTo>
                  <a:cubicBezTo>
                    <a:pt x="2194" y="6087"/>
                    <a:pt x="2227" y="6083"/>
                    <a:pt x="2260" y="6076"/>
                  </a:cubicBezTo>
                  <a:cubicBezTo>
                    <a:pt x="2725" y="5983"/>
                    <a:pt x="2752" y="5451"/>
                    <a:pt x="2686" y="4999"/>
                  </a:cubicBezTo>
                  <a:cubicBezTo>
                    <a:pt x="2632" y="4600"/>
                    <a:pt x="2460" y="4241"/>
                    <a:pt x="2207" y="3936"/>
                  </a:cubicBezTo>
                  <a:lnTo>
                    <a:pt x="2194" y="2912"/>
                  </a:lnTo>
                  <a:cubicBezTo>
                    <a:pt x="3177" y="2620"/>
                    <a:pt x="2872" y="1397"/>
                    <a:pt x="2872" y="1397"/>
                  </a:cubicBezTo>
                  <a:cubicBezTo>
                    <a:pt x="2991" y="546"/>
                    <a:pt x="2313" y="1"/>
                    <a:pt x="2313" y="1"/>
                  </a:cubicBez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79"/>
            <p:cNvSpPr/>
            <p:nvPr/>
          </p:nvSpPr>
          <p:spPr>
            <a:xfrm>
              <a:off x="745925" y="1979475"/>
              <a:ext cx="29600" cy="25625"/>
            </a:xfrm>
            <a:custGeom>
              <a:avLst/>
              <a:gdLst/>
              <a:ahLst/>
              <a:cxnLst/>
              <a:rect l="l" t="t" r="r" b="b"/>
              <a:pathLst>
                <a:path w="1184" h="1025" extrusionOk="0">
                  <a:moveTo>
                    <a:pt x="133" y="1"/>
                  </a:moveTo>
                  <a:cubicBezTo>
                    <a:pt x="133" y="1"/>
                    <a:pt x="0" y="865"/>
                    <a:pt x="1183" y="1024"/>
                  </a:cubicBezTo>
                  <a:lnTo>
                    <a:pt x="1170" y="333"/>
                  </a:lnTo>
                  <a:cubicBezTo>
                    <a:pt x="1110" y="345"/>
                    <a:pt x="1044" y="351"/>
                    <a:pt x="976" y="351"/>
                  </a:cubicBezTo>
                  <a:cubicBezTo>
                    <a:pt x="669" y="351"/>
                    <a:pt x="307" y="229"/>
                    <a:pt x="133" y="1"/>
                  </a:cubicBezTo>
                  <a:close/>
                </a:path>
              </a:pathLst>
            </a:custGeom>
            <a:solidFill>
              <a:srgbClr val="DB46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79"/>
            <p:cNvSpPr/>
            <p:nvPr/>
          </p:nvSpPr>
          <p:spPr>
            <a:xfrm>
              <a:off x="771825" y="1944250"/>
              <a:ext cx="4675" cy="6675"/>
            </a:xfrm>
            <a:custGeom>
              <a:avLst/>
              <a:gdLst/>
              <a:ahLst/>
              <a:cxnLst/>
              <a:rect l="l" t="t" r="r" b="b"/>
              <a:pathLst>
                <a:path w="187" h="267" extrusionOk="0">
                  <a:moveTo>
                    <a:pt x="94" y="1"/>
                  </a:moveTo>
                  <a:cubicBezTo>
                    <a:pt x="41" y="1"/>
                    <a:pt x="1" y="54"/>
                    <a:pt x="1" y="120"/>
                  </a:cubicBezTo>
                  <a:cubicBezTo>
                    <a:pt x="1" y="200"/>
                    <a:pt x="41" y="253"/>
                    <a:pt x="81" y="267"/>
                  </a:cubicBezTo>
                  <a:cubicBezTo>
                    <a:pt x="134" y="267"/>
                    <a:pt x="174" y="200"/>
                    <a:pt x="174" y="134"/>
                  </a:cubicBezTo>
                  <a:cubicBezTo>
                    <a:pt x="187" y="54"/>
                    <a:pt x="147" y="1"/>
                    <a:pt x="94" y="1"/>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79"/>
            <p:cNvSpPr/>
            <p:nvPr/>
          </p:nvSpPr>
          <p:spPr>
            <a:xfrm>
              <a:off x="784800" y="1944575"/>
              <a:ext cx="4675" cy="6675"/>
            </a:xfrm>
            <a:custGeom>
              <a:avLst/>
              <a:gdLst/>
              <a:ahLst/>
              <a:cxnLst/>
              <a:rect l="l" t="t" r="r" b="b"/>
              <a:pathLst>
                <a:path w="187" h="267" extrusionOk="0">
                  <a:moveTo>
                    <a:pt x="93" y="1"/>
                  </a:moveTo>
                  <a:cubicBezTo>
                    <a:pt x="53" y="1"/>
                    <a:pt x="14" y="54"/>
                    <a:pt x="0" y="134"/>
                  </a:cubicBezTo>
                  <a:cubicBezTo>
                    <a:pt x="0" y="200"/>
                    <a:pt x="40" y="267"/>
                    <a:pt x="93" y="267"/>
                  </a:cubicBezTo>
                  <a:cubicBezTo>
                    <a:pt x="146" y="267"/>
                    <a:pt x="186" y="214"/>
                    <a:pt x="186" y="134"/>
                  </a:cubicBezTo>
                  <a:cubicBezTo>
                    <a:pt x="186" y="67"/>
                    <a:pt x="146" y="1"/>
                    <a:pt x="93" y="1"/>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79"/>
            <p:cNvSpPr/>
            <p:nvPr/>
          </p:nvSpPr>
          <p:spPr>
            <a:xfrm>
              <a:off x="768175" y="1937600"/>
              <a:ext cx="10325" cy="3025"/>
            </a:xfrm>
            <a:custGeom>
              <a:avLst/>
              <a:gdLst/>
              <a:ahLst/>
              <a:cxnLst/>
              <a:rect l="l" t="t" r="r" b="b"/>
              <a:pathLst>
                <a:path w="413" h="121" fill="none" extrusionOk="0">
                  <a:moveTo>
                    <a:pt x="1" y="81"/>
                  </a:moveTo>
                  <a:cubicBezTo>
                    <a:pt x="1" y="81"/>
                    <a:pt x="160" y="1"/>
                    <a:pt x="413" y="120"/>
                  </a:cubicBezTo>
                </a:path>
              </a:pathLst>
            </a:custGeom>
            <a:noFill/>
            <a:ln w="3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79"/>
            <p:cNvSpPr/>
            <p:nvPr/>
          </p:nvSpPr>
          <p:spPr>
            <a:xfrm>
              <a:off x="784450" y="1939600"/>
              <a:ext cx="8025" cy="2675"/>
            </a:xfrm>
            <a:custGeom>
              <a:avLst/>
              <a:gdLst/>
              <a:ahLst/>
              <a:cxnLst/>
              <a:rect l="l" t="t" r="r" b="b"/>
              <a:pathLst>
                <a:path w="321" h="107" fill="none" extrusionOk="0">
                  <a:moveTo>
                    <a:pt x="1" y="80"/>
                  </a:moveTo>
                  <a:cubicBezTo>
                    <a:pt x="1" y="80"/>
                    <a:pt x="107" y="1"/>
                    <a:pt x="320" y="107"/>
                  </a:cubicBezTo>
                </a:path>
              </a:pathLst>
            </a:custGeom>
            <a:noFill/>
            <a:ln w="3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79"/>
            <p:cNvSpPr/>
            <p:nvPr/>
          </p:nvSpPr>
          <p:spPr>
            <a:xfrm>
              <a:off x="779800" y="1949250"/>
              <a:ext cx="5675" cy="11975"/>
            </a:xfrm>
            <a:custGeom>
              <a:avLst/>
              <a:gdLst/>
              <a:ahLst/>
              <a:cxnLst/>
              <a:rect l="l" t="t" r="r" b="b"/>
              <a:pathLst>
                <a:path w="227" h="479" fill="none" extrusionOk="0">
                  <a:moveTo>
                    <a:pt x="81" y="0"/>
                  </a:moveTo>
                  <a:lnTo>
                    <a:pt x="81" y="253"/>
                  </a:lnTo>
                  <a:cubicBezTo>
                    <a:pt x="81" y="253"/>
                    <a:pt x="227" y="359"/>
                    <a:pt x="187" y="412"/>
                  </a:cubicBezTo>
                  <a:cubicBezTo>
                    <a:pt x="147" y="479"/>
                    <a:pt x="1" y="465"/>
                    <a:pt x="1" y="465"/>
                  </a:cubicBezTo>
                </a:path>
              </a:pathLst>
            </a:custGeom>
            <a:noFill/>
            <a:ln w="2000" cap="flat" cmpd="sng">
              <a:solidFill>
                <a:srgbClr val="F76868"/>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79"/>
            <p:cNvSpPr/>
            <p:nvPr/>
          </p:nvSpPr>
          <p:spPr>
            <a:xfrm>
              <a:off x="767175" y="1965525"/>
              <a:ext cx="17650" cy="2675"/>
            </a:xfrm>
            <a:custGeom>
              <a:avLst/>
              <a:gdLst/>
              <a:ahLst/>
              <a:cxnLst/>
              <a:rect l="l" t="t" r="r" b="b"/>
              <a:pathLst>
                <a:path w="706" h="107" fill="none" extrusionOk="0">
                  <a:moveTo>
                    <a:pt x="705" y="54"/>
                  </a:moveTo>
                  <a:cubicBezTo>
                    <a:pt x="705" y="54"/>
                    <a:pt x="346" y="107"/>
                    <a:pt x="1" y="0"/>
                  </a:cubicBezTo>
                </a:path>
              </a:pathLst>
            </a:custGeom>
            <a:noFill/>
            <a:ln w="2000" cap="flat" cmpd="sng">
              <a:solidFill>
                <a:srgbClr val="F76868"/>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8" name="Google Shape;2038;p79"/>
          <p:cNvGrpSpPr/>
          <p:nvPr/>
        </p:nvGrpSpPr>
        <p:grpSpPr>
          <a:xfrm>
            <a:off x="6521867" y="1347621"/>
            <a:ext cx="793809" cy="1271647"/>
            <a:chOff x="4012050" y="1879775"/>
            <a:chExt cx="776000" cy="1248000"/>
          </a:xfrm>
        </p:grpSpPr>
        <p:sp>
          <p:nvSpPr>
            <p:cNvPr id="2039" name="Google Shape;2039;p79"/>
            <p:cNvSpPr/>
            <p:nvPr/>
          </p:nvSpPr>
          <p:spPr>
            <a:xfrm>
              <a:off x="4237025" y="2537800"/>
              <a:ext cx="120325" cy="589900"/>
            </a:xfrm>
            <a:custGeom>
              <a:avLst/>
              <a:gdLst/>
              <a:ahLst/>
              <a:cxnLst/>
              <a:rect l="l" t="t" r="r" b="b"/>
              <a:pathLst>
                <a:path w="4813" h="23596" extrusionOk="0">
                  <a:moveTo>
                    <a:pt x="1" y="0"/>
                  </a:moveTo>
                  <a:lnTo>
                    <a:pt x="4015" y="23595"/>
                  </a:lnTo>
                  <a:lnTo>
                    <a:pt x="4813" y="23595"/>
                  </a:lnTo>
                  <a:lnTo>
                    <a:pt x="1636" y="27"/>
                  </a:lnTo>
                  <a:lnTo>
                    <a:pt x="1" y="0"/>
                  </a:lnTo>
                  <a:close/>
                </a:path>
              </a:pathLst>
            </a:custGeom>
            <a:solidFill>
              <a:srgbClr val="945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79"/>
            <p:cNvSpPr/>
            <p:nvPr/>
          </p:nvSpPr>
          <p:spPr>
            <a:xfrm>
              <a:off x="4012050" y="2537800"/>
              <a:ext cx="120325" cy="589900"/>
            </a:xfrm>
            <a:custGeom>
              <a:avLst/>
              <a:gdLst/>
              <a:ahLst/>
              <a:cxnLst/>
              <a:rect l="l" t="t" r="r" b="b"/>
              <a:pathLst>
                <a:path w="4813" h="23596" extrusionOk="0">
                  <a:moveTo>
                    <a:pt x="4812" y="0"/>
                  </a:moveTo>
                  <a:lnTo>
                    <a:pt x="3177" y="27"/>
                  </a:lnTo>
                  <a:lnTo>
                    <a:pt x="0" y="23595"/>
                  </a:lnTo>
                  <a:lnTo>
                    <a:pt x="798" y="23595"/>
                  </a:lnTo>
                  <a:lnTo>
                    <a:pt x="4812" y="0"/>
                  </a:lnTo>
                  <a:close/>
                </a:path>
              </a:pathLst>
            </a:custGeom>
            <a:solidFill>
              <a:srgbClr val="945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79"/>
            <p:cNvSpPr/>
            <p:nvPr/>
          </p:nvSpPr>
          <p:spPr>
            <a:xfrm>
              <a:off x="4616550" y="2674700"/>
              <a:ext cx="115000" cy="434725"/>
            </a:xfrm>
            <a:custGeom>
              <a:avLst/>
              <a:gdLst/>
              <a:ahLst/>
              <a:cxnLst/>
              <a:rect l="l" t="t" r="r" b="b"/>
              <a:pathLst>
                <a:path w="4600" h="17389" extrusionOk="0">
                  <a:moveTo>
                    <a:pt x="1" y="1"/>
                  </a:moveTo>
                  <a:lnTo>
                    <a:pt x="3789" y="17388"/>
                  </a:lnTo>
                  <a:lnTo>
                    <a:pt x="4600" y="17388"/>
                  </a:lnTo>
                  <a:lnTo>
                    <a:pt x="2207" y="1"/>
                  </a:lnTo>
                  <a:close/>
                </a:path>
              </a:pathLst>
            </a:custGeom>
            <a:solidFill>
              <a:srgbClr val="945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79"/>
            <p:cNvSpPr/>
            <p:nvPr/>
          </p:nvSpPr>
          <p:spPr>
            <a:xfrm>
              <a:off x="4384925" y="2674700"/>
              <a:ext cx="115000" cy="434725"/>
            </a:xfrm>
            <a:custGeom>
              <a:avLst/>
              <a:gdLst/>
              <a:ahLst/>
              <a:cxnLst/>
              <a:rect l="l" t="t" r="r" b="b"/>
              <a:pathLst>
                <a:path w="4600" h="17389" extrusionOk="0">
                  <a:moveTo>
                    <a:pt x="2393" y="1"/>
                  </a:moveTo>
                  <a:lnTo>
                    <a:pt x="0" y="17388"/>
                  </a:lnTo>
                  <a:lnTo>
                    <a:pt x="811" y="17388"/>
                  </a:lnTo>
                  <a:lnTo>
                    <a:pt x="4600" y="1"/>
                  </a:lnTo>
                  <a:close/>
                </a:path>
              </a:pathLst>
            </a:custGeom>
            <a:solidFill>
              <a:srgbClr val="945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79"/>
            <p:cNvSpPr/>
            <p:nvPr/>
          </p:nvSpPr>
          <p:spPr>
            <a:xfrm>
              <a:off x="4403525" y="2242350"/>
              <a:ext cx="384525" cy="444025"/>
            </a:xfrm>
            <a:custGeom>
              <a:avLst/>
              <a:gdLst/>
              <a:ahLst/>
              <a:cxnLst/>
              <a:rect l="l" t="t" r="r" b="b"/>
              <a:pathLst>
                <a:path w="15381" h="17761" extrusionOk="0">
                  <a:moveTo>
                    <a:pt x="7990" y="1"/>
                  </a:moveTo>
                  <a:lnTo>
                    <a:pt x="1" y="17760"/>
                  </a:lnTo>
                  <a:lnTo>
                    <a:pt x="10901" y="17760"/>
                  </a:lnTo>
                  <a:cubicBezTo>
                    <a:pt x="11885" y="17760"/>
                    <a:pt x="12722" y="17056"/>
                    <a:pt x="12882" y="16072"/>
                  </a:cubicBezTo>
                  <a:lnTo>
                    <a:pt x="15208" y="1968"/>
                  </a:lnTo>
                  <a:cubicBezTo>
                    <a:pt x="15381" y="944"/>
                    <a:pt x="14583" y="1"/>
                    <a:pt x="13546" y="1"/>
                  </a:cubicBez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79"/>
            <p:cNvSpPr/>
            <p:nvPr/>
          </p:nvSpPr>
          <p:spPr>
            <a:xfrm>
              <a:off x="4442075" y="1879775"/>
              <a:ext cx="260575" cy="233650"/>
            </a:xfrm>
            <a:custGeom>
              <a:avLst/>
              <a:gdLst/>
              <a:ahLst/>
              <a:cxnLst/>
              <a:rect l="l" t="t" r="r" b="b"/>
              <a:pathLst>
                <a:path w="10423" h="9346" extrusionOk="0">
                  <a:moveTo>
                    <a:pt x="1" y="1"/>
                  </a:moveTo>
                  <a:lnTo>
                    <a:pt x="1" y="9346"/>
                  </a:lnTo>
                  <a:lnTo>
                    <a:pt x="10422" y="9346"/>
                  </a:lnTo>
                  <a:lnTo>
                    <a:pt x="10422" y="1"/>
                  </a:ln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79"/>
            <p:cNvSpPr/>
            <p:nvPr/>
          </p:nvSpPr>
          <p:spPr>
            <a:xfrm>
              <a:off x="4473650" y="1924975"/>
              <a:ext cx="157550" cy="25"/>
            </a:xfrm>
            <a:custGeom>
              <a:avLst/>
              <a:gdLst/>
              <a:ahLst/>
              <a:cxnLst/>
              <a:rect l="l" t="t" r="r" b="b"/>
              <a:pathLst>
                <a:path w="6302" h="1" fill="none" extrusionOk="0">
                  <a:moveTo>
                    <a:pt x="0" y="1"/>
                  </a:moveTo>
                  <a:lnTo>
                    <a:pt x="6301" y="1"/>
                  </a:lnTo>
                </a:path>
              </a:pathLst>
            </a:custGeom>
            <a:noFill/>
            <a:ln w="200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79"/>
            <p:cNvSpPr/>
            <p:nvPr/>
          </p:nvSpPr>
          <p:spPr>
            <a:xfrm>
              <a:off x="4473650" y="1960875"/>
              <a:ext cx="157550" cy="25"/>
            </a:xfrm>
            <a:custGeom>
              <a:avLst/>
              <a:gdLst/>
              <a:ahLst/>
              <a:cxnLst/>
              <a:rect l="l" t="t" r="r" b="b"/>
              <a:pathLst>
                <a:path w="6302" h="1" fill="none" extrusionOk="0">
                  <a:moveTo>
                    <a:pt x="0" y="0"/>
                  </a:moveTo>
                  <a:lnTo>
                    <a:pt x="6301" y="0"/>
                  </a:lnTo>
                </a:path>
              </a:pathLst>
            </a:custGeom>
            <a:noFill/>
            <a:ln w="200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79"/>
            <p:cNvSpPr/>
            <p:nvPr/>
          </p:nvSpPr>
          <p:spPr>
            <a:xfrm>
              <a:off x="4473650" y="1996750"/>
              <a:ext cx="157550" cy="25"/>
            </a:xfrm>
            <a:custGeom>
              <a:avLst/>
              <a:gdLst/>
              <a:ahLst/>
              <a:cxnLst/>
              <a:rect l="l" t="t" r="r" b="b"/>
              <a:pathLst>
                <a:path w="6302" h="1" fill="none" extrusionOk="0">
                  <a:moveTo>
                    <a:pt x="0" y="1"/>
                  </a:moveTo>
                  <a:lnTo>
                    <a:pt x="6301" y="1"/>
                  </a:lnTo>
                </a:path>
              </a:pathLst>
            </a:custGeom>
            <a:noFill/>
            <a:ln w="200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79"/>
            <p:cNvSpPr/>
            <p:nvPr/>
          </p:nvSpPr>
          <p:spPr>
            <a:xfrm>
              <a:off x="4473650" y="2032650"/>
              <a:ext cx="157550" cy="25"/>
            </a:xfrm>
            <a:custGeom>
              <a:avLst/>
              <a:gdLst/>
              <a:ahLst/>
              <a:cxnLst/>
              <a:rect l="l" t="t" r="r" b="b"/>
              <a:pathLst>
                <a:path w="6302" h="1" fill="none" extrusionOk="0">
                  <a:moveTo>
                    <a:pt x="0" y="1"/>
                  </a:moveTo>
                  <a:lnTo>
                    <a:pt x="6301" y="1"/>
                  </a:lnTo>
                </a:path>
              </a:pathLst>
            </a:custGeom>
            <a:noFill/>
            <a:ln w="200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79"/>
            <p:cNvSpPr/>
            <p:nvPr/>
          </p:nvSpPr>
          <p:spPr>
            <a:xfrm>
              <a:off x="4473650" y="2068550"/>
              <a:ext cx="157550" cy="25"/>
            </a:xfrm>
            <a:custGeom>
              <a:avLst/>
              <a:gdLst/>
              <a:ahLst/>
              <a:cxnLst/>
              <a:rect l="l" t="t" r="r" b="b"/>
              <a:pathLst>
                <a:path w="6302" h="1" fill="none" extrusionOk="0">
                  <a:moveTo>
                    <a:pt x="0" y="0"/>
                  </a:moveTo>
                  <a:lnTo>
                    <a:pt x="6301" y="0"/>
                  </a:lnTo>
                </a:path>
              </a:pathLst>
            </a:custGeom>
            <a:noFill/>
            <a:ln w="200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79"/>
            <p:cNvSpPr/>
            <p:nvPr/>
          </p:nvSpPr>
          <p:spPr>
            <a:xfrm>
              <a:off x="4644800" y="1912025"/>
              <a:ext cx="29275" cy="19950"/>
            </a:xfrm>
            <a:custGeom>
              <a:avLst/>
              <a:gdLst/>
              <a:ahLst/>
              <a:cxnLst/>
              <a:rect l="l" t="t" r="r" b="b"/>
              <a:pathLst>
                <a:path w="1171" h="798" fill="none" extrusionOk="0">
                  <a:moveTo>
                    <a:pt x="0" y="253"/>
                  </a:moveTo>
                  <a:lnTo>
                    <a:pt x="479" y="798"/>
                  </a:lnTo>
                  <a:lnTo>
                    <a:pt x="1170" y="0"/>
                  </a:lnTo>
                </a:path>
              </a:pathLst>
            </a:custGeom>
            <a:noFill/>
            <a:ln w="4325" cap="rnd" cmpd="sng">
              <a:solidFill>
                <a:srgbClr val="3D489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79"/>
            <p:cNvSpPr/>
            <p:nvPr/>
          </p:nvSpPr>
          <p:spPr>
            <a:xfrm>
              <a:off x="4644800" y="1947900"/>
              <a:ext cx="29275" cy="19975"/>
            </a:xfrm>
            <a:custGeom>
              <a:avLst/>
              <a:gdLst/>
              <a:ahLst/>
              <a:cxnLst/>
              <a:rect l="l" t="t" r="r" b="b"/>
              <a:pathLst>
                <a:path w="1171" h="799" fill="none" extrusionOk="0">
                  <a:moveTo>
                    <a:pt x="0" y="240"/>
                  </a:moveTo>
                  <a:lnTo>
                    <a:pt x="479" y="798"/>
                  </a:lnTo>
                  <a:lnTo>
                    <a:pt x="1170" y="1"/>
                  </a:lnTo>
                </a:path>
              </a:pathLst>
            </a:custGeom>
            <a:noFill/>
            <a:ln w="4325" cap="rnd" cmpd="sng">
              <a:solidFill>
                <a:srgbClr val="3D489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79"/>
            <p:cNvSpPr/>
            <p:nvPr/>
          </p:nvSpPr>
          <p:spPr>
            <a:xfrm>
              <a:off x="4644800" y="1983475"/>
              <a:ext cx="29275" cy="19950"/>
            </a:xfrm>
            <a:custGeom>
              <a:avLst/>
              <a:gdLst/>
              <a:ahLst/>
              <a:cxnLst/>
              <a:rect l="l" t="t" r="r" b="b"/>
              <a:pathLst>
                <a:path w="1171" h="798" fill="none" extrusionOk="0">
                  <a:moveTo>
                    <a:pt x="0" y="240"/>
                  </a:moveTo>
                  <a:lnTo>
                    <a:pt x="479" y="798"/>
                  </a:lnTo>
                  <a:lnTo>
                    <a:pt x="1170" y="0"/>
                  </a:lnTo>
                </a:path>
              </a:pathLst>
            </a:custGeom>
            <a:noFill/>
            <a:ln w="4325" cap="rnd" cmpd="sng">
              <a:solidFill>
                <a:srgbClr val="3D489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79"/>
            <p:cNvSpPr/>
            <p:nvPr/>
          </p:nvSpPr>
          <p:spPr>
            <a:xfrm>
              <a:off x="4644800" y="2019025"/>
              <a:ext cx="29275" cy="19975"/>
            </a:xfrm>
            <a:custGeom>
              <a:avLst/>
              <a:gdLst/>
              <a:ahLst/>
              <a:cxnLst/>
              <a:rect l="l" t="t" r="r" b="b"/>
              <a:pathLst>
                <a:path w="1171" h="799" fill="none" extrusionOk="0">
                  <a:moveTo>
                    <a:pt x="0" y="253"/>
                  </a:moveTo>
                  <a:lnTo>
                    <a:pt x="479" y="798"/>
                  </a:lnTo>
                  <a:lnTo>
                    <a:pt x="1170" y="1"/>
                  </a:lnTo>
                </a:path>
              </a:pathLst>
            </a:custGeom>
            <a:noFill/>
            <a:ln w="4325" cap="rnd" cmpd="sng">
              <a:solidFill>
                <a:srgbClr val="3D489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79"/>
            <p:cNvSpPr/>
            <p:nvPr/>
          </p:nvSpPr>
          <p:spPr>
            <a:xfrm>
              <a:off x="4644800" y="2054925"/>
              <a:ext cx="29275" cy="19950"/>
            </a:xfrm>
            <a:custGeom>
              <a:avLst/>
              <a:gdLst/>
              <a:ahLst/>
              <a:cxnLst/>
              <a:rect l="l" t="t" r="r" b="b"/>
              <a:pathLst>
                <a:path w="1171" h="798" fill="none" extrusionOk="0">
                  <a:moveTo>
                    <a:pt x="0" y="240"/>
                  </a:moveTo>
                  <a:lnTo>
                    <a:pt x="479" y="798"/>
                  </a:lnTo>
                  <a:lnTo>
                    <a:pt x="1170" y="0"/>
                  </a:lnTo>
                </a:path>
              </a:pathLst>
            </a:custGeom>
            <a:noFill/>
            <a:ln w="4325" cap="rnd" cmpd="sng">
              <a:solidFill>
                <a:srgbClr val="3D489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79"/>
            <p:cNvSpPr/>
            <p:nvPr/>
          </p:nvSpPr>
          <p:spPr>
            <a:xfrm>
              <a:off x="4228175" y="3030300"/>
              <a:ext cx="136175" cy="97475"/>
            </a:xfrm>
            <a:custGeom>
              <a:avLst/>
              <a:gdLst/>
              <a:ahLst/>
              <a:cxnLst/>
              <a:rect l="l" t="t" r="r" b="b"/>
              <a:pathLst>
                <a:path w="5447" h="3899" extrusionOk="0">
                  <a:moveTo>
                    <a:pt x="4555" y="0"/>
                  </a:moveTo>
                  <a:lnTo>
                    <a:pt x="2522" y="572"/>
                  </a:lnTo>
                  <a:lnTo>
                    <a:pt x="2522" y="851"/>
                  </a:lnTo>
                  <a:cubicBezTo>
                    <a:pt x="2522" y="1277"/>
                    <a:pt x="2322" y="1675"/>
                    <a:pt x="1963" y="1928"/>
                  </a:cubicBezTo>
                  <a:cubicBezTo>
                    <a:pt x="1551" y="2220"/>
                    <a:pt x="993" y="2619"/>
                    <a:pt x="581" y="2898"/>
                  </a:cubicBezTo>
                  <a:cubicBezTo>
                    <a:pt x="355" y="3058"/>
                    <a:pt x="222" y="3231"/>
                    <a:pt x="129" y="3390"/>
                  </a:cubicBezTo>
                  <a:cubicBezTo>
                    <a:pt x="0" y="3624"/>
                    <a:pt x="190" y="3898"/>
                    <a:pt x="436" y="3898"/>
                  </a:cubicBezTo>
                  <a:cubicBezTo>
                    <a:pt x="470" y="3898"/>
                    <a:pt x="505" y="3893"/>
                    <a:pt x="541" y="3882"/>
                  </a:cubicBezTo>
                  <a:lnTo>
                    <a:pt x="3957" y="2805"/>
                  </a:lnTo>
                  <a:lnTo>
                    <a:pt x="4024" y="2367"/>
                  </a:lnTo>
                  <a:lnTo>
                    <a:pt x="4223" y="2725"/>
                  </a:lnTo>
                  <a:lnTo>
                    <a:pt x="5007" y="2486"/>
                  </a:lnTo>
                  <a:cubicBezTo>
                    <a:pt x="5313" y="2380"/>
                    <a:pt x="5446" y="2034"/>
                    <a:pt x="5286" y="1755"/>
                  </a:cubicBezTo>
                  <a:lnTo>
                    <a:pt x="4914" y="1144"/>
                  </a:lnTo>
                  <a:lnTo>
                    <a:pt x="4555" y="0"/>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79"/>
            <p:cNvSpPr/>
            <p:nvPr/>
          </p:nvSpPr>
          <p:spPr>
            <a:xfrm>
              <a:off x="4244000" y="3063525"/>
              <a:ext cx="142600" cy="64175"/>
            </a:xfrm>
            <a:custGeom>
              <a:avLst/>
              <a:gdLst/>
              <a:ahLst/>
              <a:cxnLst/>
              <a:rect l="l" t="t" r="r" b="b"/>
              <a:pathLst>
                <a:path w="5704" h="2567" extrusionOk="0">
                  <a:moveTo>
                    <a:pt x="3337" y="1"/>
                  </a:moveTo>
                  <a:lnTo>
                    <a:pt x="3258" y="267"/>
                  </a:lnTo>
                  <a:cubicBezTo>
                    <a:pt x="3138" y="679"/>
                    <a:pt x="2819" y="998"/>
                    <a:pt x="2407" y="1131"/>
                  </a:cubicBezTo>
                  <a:cubicBezTo>
                    <a:pt x="1928" y="1290"/>
                    <a:pt x="1277" y="1503"/>
                    <a:pt x="798" y="1649"/>
                  </a:cubicBezTo>
                  <a:cubicBezTo>
                    <a:pt x="533" y="1729"/>
                    <a:pt x="347" y="1848"/>
                    <a:pt x="227" y="1981"/>
                  </a:cubicBezTo>
                  <a:cubicBezTo>
                    <a:pt x="1" y="2194"/>
                    <a:pt x="160" y="2566"/>
                    <a:pt x="466" y="2566"/>
                  </a:cubicBezTo>
                  <a:lnTo>
                    <a:pt x="4042" y="2566"/>
                  </a:lnTo>
                  <a:lnTo>
                    <a:pt x="4241" y="2167"/>
                  </a:lnTo>
                  <a:lnTo>
                    <a:pt x="4334" y="2566"/>
                  </a:lnTo>
                  <a:lnTo>
                    <a:pt x="5145" y="2566"/>
                  </a:lnTo>
                  <a:cubicBezTo>
                    <a:pt x="5464" y="2566"/>
                    <a:pt x="5704" y="2274"/>
                    <a:pt x="5624" y="1955"/>
                  </a:cubicBezTo>
                  <a:lnTo>
                    <a:pt x="5464" y="1264"/>
                  </a:lnTo>
                  <a:lnTo>
                    <a:pt x="5464" y="54"/>
                  </a:lnTo>
                  <a:lnTo>
                    <a:pt x="3337" y="1"/>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79"/>
            <p:cNvSpPr/>
            <p:nvPr/>
          </p:nvSpPr>
          <p:spPr>
            <a:xfrm>
              <a:off x="4184525" y="2181875"/>
              <a:ext cx="296450" cy="336675"/>
            </a:xfrm>
            <a:custGeom>
              <a:avLst/>
              <a:gdLst/>
              <a:ahLst/>
              <a:cxnLst/>
              <a:rect l="l" t="t" r="r" b="b"/>
              <a:pathLst>
                <a:path w="11858" h="13467" extrusionOk="0">
                  <a:moveTo>
                    <a:pt x="9532" y="0"/>
                  </a:moveTo>
                  <a:lnTo>
                    <a:pt x="9532" y="0"/>
                  </a:lnTo>
                  <a:cubicBezTo>
                    <a:pt x="6966" y="452"/>
                    <a:pt x="5557" y="2659"/>
                    <a:pt x="4826" y="3749"/>
                  </a:cubicBezTo>
                  <a:cubicBezTo>
                    <a:pt x="4108" y="4839"/>
                    <a:pt x="0" y="12629"/>
                    <a:pt x="0" y="12629"/>
                  </a:cubicBezTo>
                  <a:lnTo>
                    <a:pt x="5863" y="13466"/>
                  </a:lnTo>
                  <a:lnTo>
                    <a:pt x="7764" y="7404"/>
                  </a:lnTo>
                  <a:lnTo>
                    <a:pt x="9571" y="11166"/>
                  </a:lnTo>
                  <a:lnTo>
                    <a:pt x="11858" y="11166"/>
                  </a:lnTo>
                  <a:lnTo>
                    <a:pt x="9332" y="745"/>
                  </a:lnTo>
                  <a:lnTo>
                    <a:pt x="9532" y="0"/>
                  </a:lnTo>
                  <a:close/>
                </a:path>
              </a:pathLst>
            </a:custGeom>
            <a:solidFill>
              <a:srgbClr val="3D48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79"/>
            <p:cNvSpPr/>
            <p:nvPr/>
          </p:nvSpPr>
          <p:spPr>
            <a:xfrm>
              <a:off x="4399550" y="2136675"/>
              <a:ext cx="71800" cy="66150"/>
            </a:xfrm>
            <a:custGeom>
              <a:avLst/>
              <a:gdLst/>
              <a:ahLst/>
              <a:cxnLst/>
              <a:rect l="l" t="t" r="r" b="b"/>
              <a:pathLst>
                <a:path w="2872" h="2646" extrusionOk="0">
                  <a:moveTo>
                    <a:pt x="1383" y="0"/>
                  </a:moveTo>
                  <a:lnTo>
                    <a:pt x="0" y="1330"/>
                  </a:lnTo>
                  <a:lnTo>
                    <a:pt x="1476" y="2646"/>
                  </a:lnTo>
                  <a:cubicBezTo>
                    <a:pt x="2486" y="2632"/>
                    <a:pt x="2871" y="1024"/>
                    <a:pt x="2871" y="1024"/>
                  </a:cubicBezTo>
                  <a:lnTo>
                    <a:pt x="1383" y="0"/>
                  </a:ln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79"/>
            <p:cNvSpPr/>
            <p:nvPr/>
          </p:nvSpPr>
          <p:spPr>
            <a:xfrm>
              <a:off x="4401525" y="2146300"/>
              <a:ext cx="34250" cy="36925"/>
            </a:xfrm>
            <a:custGeom>
              <a:avLst/>
              <a:gdLst/>
              <a:ahLst/>
              <a:cxnLst/>
              <a:rect l="l" t="t" r="r" b="b"/>
              <a:pathLst>
                <a:path w="1370" h="1477" extrusionOk="0">
                  <a:moveTo>
                    <a:pt x="1131" y="1"/>
                  </a:moveTo>
                  <a:lnTo>
                    <a:pt x="1" y="1011"/>
                  </a:lnTo>
                  <a:lnTo>
                    <a:pt x="519" y="1476"/>
                  </a:lnTo>
                  <a:cubicBezTo>
                    <a:pt x="1370" y="1211"/>
                    <a:pt x="1131" y="1"/>
                    <a:pt x="1131" y="1"/>
                  </a:cubicBezTo>
                  <a:close/>
                </a:path>
              </a:pathLst>
            </a:custGeom>
            <a:solidFill>
              <a:srgbClr val="DB46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79"/>
            <p:cNvSpPr/>
            <p:nvPr/>
          </p:nvSpPr>
          <p:spPr>
            <a:xfrm>
              <a:off x="4362650" y="2066625"/>
              <a:ext cx="90750" cy="75050"/>
            </a:xfrm>
            <a:custGeom>
              <a:avLst/>
              <a:gdLst/>
              <a:ahLst/>
              <a:cxnLst/>
              <a:rect l="l" t="t" r="r" b="b"/>
              <a:pathLst>
                <a:path w="3630" h="3002" extrusionOk="0">
                  <a:moveTo>
                    <a:pt x="1653" y="0"/>
                  </a:moveTo>
                  <a:cubicBezTo>
                    <a:pt x="1481" y="0"/>
                    <a:pt x="1304" y="21"/>
                    <a:pt x="1130" y="64"/>
                  </a:cubicBezTo>
                  <a:cubicBezTo>
                    <a:pt x="280" y="277"/>
                    <a:pt x="1" y="1048"/>
                    <a:pt x="173" y="1420"/>
                  </a:cubicBezTo>
                  <a:cubicBezTo>
                    <a:pt x="346" y="1792"/>
                    <a:pt x="585" y="2005"/>
                    <a:pt x="585" y="2005"/>
                  </a:cubicBezTo>
                  <a:lnTo>
                    <a:pt x="2898" y="3002"/>
                  </a:lnTo>
                  <a:cubicBezTo>
                    <a:pt x="2898" y="3002"/>
                    <a:pt x="3164" y="2895"/>
                    <a:pt x="3390" y="2350"/>
                  </a:cubicBezTo>
                  <a:cubicBezTo>
                    <a:pt x="3630" y="1805"/>
                    <a:pt x="3630" y="981"/>
                    <a:pt x="2952" y="729"/>
                  </a:cubicBezTo>
                  <a:cubicBezTo>
                    <a:pt x="2909" y="306"/>
                    <a:pt x="2320" y="0"/>
                    <a:pt x="1653" y="0"/>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79"/>
            <p:cNvSpPr/>
            <p:nvPr/>
          </p:nvSpPr>
          <p:spPr>
            <a:xfrm>
              <a:off x="4368150" y="2105100"/>
              <a:ext cx="73300" cy="69200"/>
            </a:xfrm>
            <a:custGeom>
              <a:avLst/>
              <a:gdLst/>
              <a:ahLst/>
              <a:cxnLst/>
              <a:rect l="l" t="t" r="r" b="b"/>
              <a:pathLst>
                <a:path w="2932" h="2768" extrusionOk="0">
                  <a:moveTo>
                    <a:pt x="272" y="1"/>
                  </a:moveTo>
                  <a:lnTo>
                    <a:pt x="246" y="1303"/>
                  </a:lnTo>
                  <a:cubicBezTo>
                    <a:pt x="0" y="1897"/>
                    <a:pt x="357" y="2768"/>
                    <a:pt x="1207" y="2768"/>
                  </a:cubicBezTo>
                  <a:cubicBezTo>
                    <a:pt x="1232" y="2768"/>
                    <a:pt x="1257" y="2767"/>
                    <a:pt x="1283" y="2765"/>
                  </a:cubicBezTo>
                  <a:cubicBezTo>
                    <a:pt x="2187" y="2699"/>
                    <a:pt x="2492" y="1556"/>
                    <a:pt x="2492" y="1556"/>
                  </a:cubicBezTo>
                  <a:cubicBezTo>
                    <a:pt x="2865" y="1516"/>
                    <a:pt x="2931" y="745"/>
                    <a:pt x="2652" y="612"/>
                  </a:cubicBezTo>
                  <a:cubicBezTo>
                    <a:pt x="2610" y="592"/>
                    <a:pt x="2570" y="583"/>
                    <a:pt x="2533" y="583"/>
                  </a:cubicBezTo>
                  <a:cubicBezTo>
                    <a:pt x="2328" y="583"/>
                    <a:pt x="2213" y="851"/>
                    <a:pt x="2213" y="851"/>
                  </a:cubicBezTo>
                  <a:cubicBezTo>
                    <a:pt x="1828" y="386"/>
                    <a:pt x="1828" y="67"/>
                    <a:pt x="1828" y="67"/>
                  </a:cubicBezTo>
                  <a:cubicBezTo>
                    <a:pt x="1564" y="126"/>
                    <a:pt x="1327" y="147"/>
                    <a:pt x="1123" y="147"/>
                  </a:cubicBezTo>
                  <a:cubicBezTo>
                    <a:pt x="586" y="147"/>
                    <a:pt x="272" y="1"/>
                    <a:pt x="272" y="1"/>
                  </a:cubicBez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79"/>
            <p:cNvSpPr/>
            <p:nvPr/>
          </p:nvSpPr>
          <p:spPr>
            <a:xfrm>
              <a:off x="4380600" y="2123700"/>
              <a:ext cx="4350" cy="8350"/>
            </a:xfrm>
            <a:custGeom>
              <a:avLst/>
              <a:gdLst/>
              <a:ahLst/>
              <a:cxnLst/>
              <a:rect l="l" t="t" r="r" b="b"/>
              <a:pathLst>
                <a:path w="174" h="334" extrusionOk="0">
                  <a:moveTo>
                    <a:pt x="93" y="1"/>
                  </a:moveTo>
                  <a:cubicBezTo>
                    <a:pt x="40" y="1"/>
                    <a:pt x="0" y="81"/>
                    <a:pt x="0" y="160"/>
                  </a:cubicBezTo>
                  <a:cubicBezTo>
                    <a:pt x="0" y="254"/>
                    <a:pt x="40" y="333"/>
                    <a:pt x="93" y="333"/>
                  </a:cubicBezTo>
                  <a:cubicBezTo>
                    <a:pt x="133" y="333"/>
                    <a:pt x="173" y="254"/>
                    <a:pt x="173" y="160"/>
                  </a:cubicBezTo>
                  <a:cubicBezTo>
                    <a:pt x="173" y="81"/>
                    <a:pt x="133" y="1"/>
                    <a:pt x="93" y="1"/>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79"/>
            <p:cNvSpPr/>
            <p:nvPr/>
          </p:nvSpPr>
          <p:spPr>
            <a:xfrm>
              <a:off x="4398200" y="2123700"/>
              <a:ext cx="4350" cy="8350"/>
            </a:xfrm>
            <a:custGeom>
              <a:avLst/>
              <a:gdLst/>
              <a:ahLst/>
              <a:cxnLst/>
              <a:rect l="l" t="t" r="r" b="b"/>
              <a:pathLst>
                <a:path w="174" h="334" extrusionOk="0">
                  <a:moveTo>
                    <a:pt x="81" y="1"/>
                  </a:moveTo>
                  <a:cubicBezTo>
                    <a:pt x="41" y="1"/>
                    <a:pt x="1" y="81"/>
                    <a:pt x="1" y="160"/>
                  </a:cubicBezTo>
                  <a:cubicBezTo>
                    <a:pt x="1" y="254"/>
                    <a:pt x="41" y="333"/>
                    <a:pt x="81" y="333"/>
                  </a:cubicBezTo>
                  <a:cubicBezTo>
                    <a:pt x="134" y="333"/>
                    <a:pt x="174" y="254"/>
                    <a:pt x="174" y="160"/>
                  </a:cubicBezTo>
                  <a:cubicBezTo>
                    <a:pt x="174" y="81"/>
                    <a:pt x="134" y="1"/>
                    <a:pt x="81" y="1"/>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79"/>
            <p:cNvSpPr/>
            <p:nvPr/>
          </p:nvSpPr>
          <p:spPr>
            <a:xfrm>
              <a:off x="4396225" y="2119400"/>
              <a:ext cx="10975" cy="1025"/>
            </a:xfrm>
            <a:custGeom>
              <a:avLst/>
              <a:gdLst/>
              <a:ahLst/>
              <a:cxnLst/>
              <a:rect l="l" t="t" r="r" b="b"/>
              <a:pathLst>
                <a:path w="439" h="41" fill="none" extrusionOk="0">
                  <a:moveTo>
                    <a:pt x="0" y="40"/>
                  </a:moveTo>
                  <a:lnTo>
                    <a:pt x="439" y="0"/>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79"/>
            <p:cNvSpPr/>
            <p:nvPr/>
          </p:nvSpPr>
          <p:spPr>
            <a:xfrm>
              <a:off x="4377950" y="2118400"/>
              <a:ext cx="8000" cy="1025"/>
            </a:xfrm>
            <a:custGeom>
              <a:avLst/>
              <a:gdLst/>
              <a:ahLst/>
              <a:cxnLst/>
              <a:rect l="l" t="t" r="r" b="b"/>
              <a:pathLst>
                <a:path w="320" h="41" fill="none" extrusionOk="0">
                  <a:moveTo>
                    <a:pt x="319" y="40"/>
                  </a:moveTo>
                  <a:lnTo>
                    <a:pt x="0" y="0"/>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79"/>
            <p:cNvSpPr/>
            <p:nvPr/>
          </p:nvSpPr>
          <p:spPr>
            <a:xfrm>
              <a:off x="4384250" y="2126375"/>
              <a:ext cx="5350" cy="15975"/>
            </a:xfrm>
            <a:custGeom>
              <a:avLst/>
              <a:gdLst/>
              <a:ahLst/>
              <a:cxnLst/>
              <a:rect l="l" t="t" r="r" b="b"/>
              <a:pathLst>
                <a:path w="214" h="639" fill="none" extrusionOk="0">
                  <a:moveTo>
                    <a:pt x="213" y="0"/>
                  </a:moveTo>
                  <a:lnTo>
                    <a:pt x="173" y="399"/>
                  </a:lnTo>
                  <a:cubicBezTo>
                    <a:pt x="173" y="399"/>
                    <a:pt x="14" y="439"/>
                    <a:pt x="1" y="532"/>
                  </a:cubicBezTo>
                  <a:cubicBezTo>
                    <a:pt x="1" y="625"/>
                    <a:pt x="213" y="638"/>
                    <a:pt x="213" y="638"/>
                  </a:cubicBezTo>
                </a:path>
              </a:pathLst>
            </a:custGeom>
            <a:noFill/>
            <a:ln w="2000" cap="flat" cmpd="sng">
              <a:solidFill>
                <a:srgbClr val="DB4646"/>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79"/>
            <p:cNvSpPr/>
            <p:nvPr/>
          </p:nvSpPr>
          <p:spPr>
            <a:xfrm>
              <a:off x="4384925" y="2144975"/>
              <a:ext cx="23600" cy="3025"/>
            </a:xfrm>
            <a:custGeom>
              <a:avLst/>
              <a:gdLst/>
              <a:ahLst/>
              <a:cxnLst/>
              <a:rect l="l" t="t" r="r" b="b"/>
              <a:pathLst>
                <a:path w="944" h="121" fill="none" extrusionOk="0">
                  <a:moveTo>
                    <a:pt x="0" y="120"/>
                  </a:moveTo>
                  <a:lnTo>
                    <a:pt x="944" y="1"/>
                  </a:lnTo>
                </a:path>
              </a:pathLst>
            </a:custGeom>
            <a:noFill/>
            <a:ln w="2000" cap="flat" cmpd="sng">
              <a:solidFill>
                <a:srgbClr val="DB4646"/>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79"/>
            <p:cNvSpPr/>
            <p:nvPr/>
          </p:nvSpPr>
          <p:spPr>
            <a:xfrm>
              <a:off x="4414825" y="2145150"/>
              <a:ext cx="228325" cy="393325"/>
            </a:xfrm>
            <a:custGeom>
              <a:avLst/>
              <a:gdLst/>
              <a:ahLst/>
              <a:cxnLst/>
              <a:rect l="l" t="t" r="r" b="b"/>
              <a:pathLst>
                <a:path w="9133" h="15733" extrusionOk="0">
                  <a:moveTo>
                    <a:pt x="1536" y="0"/>
                  </a:moveTo>
                  <a:cubicBezTo>
                    <a:pt x="1466" y="0"/>
                    <a:pt x="1401" y="14"/>
                    <a:pt x="1343" y="47"/>
                  </a:cubicBezTo>
                  <a:lnTo>
                    <a:pt x="1636" y="260"/>
                  </a:lnTo>
                  <a:cubicBezTo>
                    <a:pt x="1902" y="432"/>
                    <a:pt x="1782" y="1070"/>
                    <a:pt x="1569" y="1363"/>
                  </a:cubicBezTo>
                  <a:cubicBezTo>
                    <a:pt x="1386" y="1614"/>
                    <a:pt x="1017" y="1964"/>
                    <a:pt x="638" y="1964"/>
                  </a:cubicBezTo>
                  <a:cubicBezTo>
                    <a:pt x="576" y="1964"/>
                    <a:pt x="514" y="1955"/>
                    <a:pt x="453" y="1934"/>
                  </a:cubicBezTo>
                  <a:lnTo>
                    <a:pt x="173" y="1695"/>
                  </a:lnTo>
                  <a:cubicBezTo>
                    <a:pt x="173" y="1695"/>
                    <a:pt x="1" y="1948"/>
                    <a:pt x="120" y="2214"/>
                  </a:cubicBezTo>
                  <a:lnTo>
                    <a:pt x="2114" y="15733"/>
                  </a:lnTo>
                  <a:lnTo>
                    <a:pt x="9133" y="15733"/>
                  </a:lnTo>
                  <a:lnTo>
                    <a:pt x="5504" y="991"/>
                  </a:lnTo>
                  <a:lnTo>
                    <a:pt x="2579" y="565"/>
                  </a:lnTo>
                  <a:cubicBezTo>
                    <a:pt x="2579" y="565"/>
                    <a:pt x="1975" y="0"/>
                    <a:pt x="1536" y="0"/>
                  </a:cubicBezTo>
                  <a:close/>
                </a:path>
              </a:pathLst>
            </a:custGeom>
            <a:solidFill>
              <a:srgbClr val="536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79"/>
            <p:cNvSpPr/>
            <p:nvPr/>
          </p:nvSpPr>
          <p:spPr>
            <a:xfrm>
              <a:off x="4146975" y="2529150"/>
              <a:ext cx="404800" cy="537725"/>
            </a:xfrm>
            <a:custGeom>
              <a:avLst/>
              <a:gdLst/>
              <a:ahLst/>
              <a:cxnLst/>
              <a:rect l="l" t="t" r="r" b="b"/>
              <a:pathLst>
                <a:path w="16192" h="21509" extrusionOk="0">
                  <a:moveTo>
                    <a:pt x="16191" y="0"/>
                  </a:moveTo>
                  <a:lnTo>
                    <a:pt x="16191" y="0"/>
                  </a:lnTo>
                  <a:cubicBezTo>
                    <a:pt x="16191" y="0"/>
                    <a:pt x="8920" y="492"/>
                    <a:pt x="6846" y="678"/>
                  </a:cubicBezTo>
                  <a:cubicBezTo>
                    <a:pt x="4759" y="878"/>
                    <a:pt x="0" y="1901"/>
                    <a:pt x="559" y="5823"/>
                  </a:cubicBezTo>
                  <a:cubicBezTo>
                    <a:pt x="1050" y="9266"/>
                    <a:pt x="5211" y="21509"/>
                    <a:pt x="5211" y="21509"/>
                  </a:cubicBezTo>
                  <a:lnTo>
                    <a:pt x="8415" y="20738"/>
                  </a:lnTo>
                  <a:lnTo>
                    <a:pt x="6727" y="6195"/>
                  </a:lnTo>
                  <a:lnTo>
                    <a:pt x="15846" y="4467"/>
                  </a:lnTo>
                  <a:lnTo>
                    <a:pt x="16191" y="0"/>
                  </a:lnTo>
                  <a:close/>
                </a:path>
              </a:pathLst>
            </a:custGeom>
            <a:solidFill>
              <a:srgbClr val="1A22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79"/>
            <p:cNvSpPr/>
            <p:nvPr/>
          </p:nvSpPr>
          <p:spPr>
            <a:xfrm>
              <a:off x="4271250" y="3025975"/>
              <a:ext cx="86100" cy="40900"/>
            </a:xfrm>
            <a:custGeom>
              <a:avLst/>
              <a:gdLst/>
              <a:ahLst/>
              <a:cxnLst/>
              <a:rect l="l" t="t" r="r" b="b"/>
              <a:pathLst>
                <a:path w="3444" h="1636" extrusionOk="0">
                  <a:moveTo>
                    <a:pt x="3338" y="1"/>
                  </a:moveTo>
                  <a:lnTo>
                    <a:pt x="1" y="931"/>
                  </a:lnTo>
                  <a:lnTo>
                    <a:pt x="240" y="1636"/>
                  </a:lnTo>
                  <a:lnTo>
                    <a:pt x="3444" y="865"/>
                  </a:lnTo>
                  <a:lnTo>
                    <a:pt x="3338" y="1"/>
                  </a:lnTo>
                  <a:close/>
                </a:path>
              </a:pathLst>
            </a:custGeom>
            <a:solidFill>
              <a:srgbClr val="3D48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79"/>
            <p:cNvSpPr/>
            <p:nvPr/>
          </p:nvSpPr>
          <p:spPr>
            <a:xfrm>
              <a:off x="4261300" y="2628525"/>
              <a:ext cx="49200" cy="28600"/>
            </a:xfrm>
            <a:custGeom>
              <a:avLst/>
              <a:gdLst/>
              <a:ahLst/>
              <a:cxnLst/>
              <a:rect l="l" t="t" r="r" b="b"/>
              <a:pathLst>
                <a:path w="1968" h="1144" fill="none" extrusionOk="0">
                  <a:moveTo>
                    <a:pt x="0" y="0"/>
                  </a:moveTo>
                  <a:lnTo>
                    <a:pt x="1968" y="1143"/>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79"/>
            <p:cNvSpPr/>
            <p:nvPr/>
          </p:nvSpPr>
          <p:spPr>
            <a:xfrm>
              <a:off x="4268925" y="2645475"/>
              <a:ext cx="29950" cy="29250"/>
            </a:xfrm>
            <a:custGeom>
              <a:avLst/>
              <a:gdLst/>
              <a:ahLst/>
              <a:cxnLst/>
              <a:rect l="l" t="t" r="r" b="b"/>
              <a:pathLst>
                <a:path w="1198" h="1170" fill="none" extrusionOk="0">
                  <a:moveTo>
                    <a:pt x="1" y="0"/>
                  </a:moveTo>
                  <a:lnTo>
                    <a:pt x="1197" y="1170"/>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79"/>
            <p:cNvSpPr/>
            <p:nvPr/>
          </p:nvSpPr>
          <p:spPr>
            <a:xfrm>
              <a:off x="4290200" y="2513525"/>
              <a:ext cx="433725" cy="556675"/>
            </a:xfrm>
            <a:custGeom>
              <a:avLst/>
              <a:gdLst/>
              <a:ahLst/>
              <a:cxnLst/>
              <a:rect l="l" t="t" r="r" b="b"/>
              <a:pathLst>
                <a:path w="17349" h="22267" extrusionOk="0">
                  <a:moveTo>
                    <a:pt x="16258" y="1"/>
                  </a:moveTo>
                  <a:lnTo>
                    <a:pt x="12337" y="306"/>
                  </a:lnTo>
                  <a:cubicBezTo>
                    <a:pt x="12337" y="306"/>
                    <a:pt x="4640" y="1556"/>
                    <a:pt x="2872" y="2088"/>
                  </a:cubicBezTo>
                  <a:cubicBezTo>
                    <a:pt x="1091" y="2619"/>
                    <a:pt x="253" y="3989"/>
                    <a:pt x="120" y="7352"/>
                  </a:cubicBezTo>
                  <a:cubicBezTo>
                    <a:pt x="1" y="10715"/>
                    <a:pt x="532" y="22267"/>
                    <a:pt x="532" y="22267"/>
                  </a:cubicBezTo>
                  <a:lnTo>
                    <a:pt x="4055" y="22267"/>
                  </a:lnTo>
                  <a:lnTo>
                    <a:pt x="5610" y="6767"/>
                  </a:lnTo>
                  <a:cubicBezTo>
                    <a:pt x="5610" y="6767"/>
                    <a:pt x="11845" y="6169"/>
                    <a:pt x="14424" y="5517"/>
                  </a:cubicBezTo>
                  <a:cubicBezTo>
                    <a:pt x="17016" y="4866"/>
                    <a:pt x="17348" y="1117"/>
                    <a:pt x="16258" y="1"/>
                  </a:cubicBezTo>
                  <a:close/>
                </a:path>
              </a:pathLst>
            </a:custGeom>
            <a:solidFill>
              <a:srgbClr val="1A22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79"/>
            <p:cNvSpPr/>
            <p:nvPr/>
          </p:nvSpPr>
          <p:spPr>
            <a:xfrm>
              <a:off x="4392550" y="2645475"/>
              <a:ext cx="36600" cy="29250"/>
            </a:xfrm>
            <a:custGeom>
              <a:avLst/>
              <a:gdLst/>
              <a:ahLst/>
              <a:cxnLst/>
              <a:rect l="l" t="t" r="r" b="b"/>
              <a:pathLst>
                <a:path w="1464" h="1170" fill="none" extrusionOk="0">
                  <a:moveTo>
                    <a:pt x="1463" y="1170"/>
                  </a:moveTo>
                  <a:lnTo>
                    <a:pt x="1" y="0"/>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79"/>
            <p:cNvSpPr/>
            <p:nvPr/>
          </p:nvSpPr>
          <p:spPr>
            <a:xfrm>
              <a:off x="4403525" y="2665725"/>
              <a:ext cx="13325" cy="25950"/>
            </a:xfrm>
            <a:custGeom>
              <a:avLst/>
              <a:gdLst/>
              <a:ahLst/>
              <a:cxnLst/>
              <a:rect l="l" t="t" r="r" b="b"/>
              <a:pathLst>
                <a:path w="533" h="1038" fill="none" extrusionOk="0">
                  <a:moveTo>
                    <a:pt x="1" y="1"/>
                  </a:moveTo>
                  <a:lnTo>
                    <a:pt x="532" y="1038"/>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79"/>
            <p:cNvSpPr/>
            <p:nvPr/>
          </p:nvSpPr>
          <p:spPr>
            <a:xfrm>
              <a:off x="4255975" y="2253325"/>
              <a:ext cx="225000" cy="265225"/>
            </a:xfrm>
            <a:custGeom>
              <a:avLst/>
              <a:gdLst/>
              <a:ahLst/>
              <a:cxnLst/>
              <a:rect l="l" t="t" r="r" b="b"/>
              <a:pathLst>
                <a:path w="9000" h="10609" extrusionOk="0">
                  <a:moveTo>
                    <a:pt x="6993" y="0"/>
                  </a:moveTo>
                  <a:cubicBezTo>
                    <a:pt x="6129" y="1968"/>
                    <a:pt x="3550" y="7325"/>
                    <a:pt x="0" y="10183"/>
                  </a:cubicBezTo>
                  <a:lnTo>
                    <a:pt x="3005" y="10608"/>
                  </a:lnTo>
                  <a:lnTo>
                    <a:pt x="4906" y="4546"/>
                  </a:lnTo>
                  <a:lnTo>
                    <a:pt x="6713" y="8308"/>
                  </a:lnTo>
                  <a:lnTo>
                    <a:pt x="9000" y="8308"/>
                  </a:lnTo>
                  <a:lnTo>
                    <a:pt x="6993" y="0"/>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79"/>
            <p:cNvSpPr/>
            <p:nvPr/>
          </p:nvSpPr>
          <p:spPr>
            <a:xfrm>
              <a:off x="4380275" y="2200475"/>
              <a:ext cx="100700" cy="260575"/>
            </a:xfrm>
            <a:custGeom>
              <a:avLst/>
              <a:gdLst/>
              <a:ahLst/>
              <a:cxnLst/>
              <a:rect l="l" t="t" r="r" b="b"/>
              <a:pathLst>
                <a:path w="4028" h="10423" extrusionOk="0">
                  <a:moveTo>
                    <a:pt x="1502" y="1"/>
                  </a:moveTo>
                  <a:lnTo>
                    <a:pt x="0" y="3523"/>
                  </a:lnTo>
                  <a:lnTo>
                    <a:pt x="2207" y="4760"/>
                  </a:lnTo>
                  <a:lnTo>
                    <a:pt x="1103" y="6488"/>
                  </a:lnTo>
                  <a:lnTo>
                    <a:pt x="4028" y="10422"/>
                  </a:lnTo>
                  <a:lnTo>
                    <a:pt x="1502" y="1"/>
                  </a:lnTo>
                  <a:close/>
                </a:path>
              </a:pathLst>
            </a:custGeom>
            <a:solidFill>
              <a:srgbClr val="EBCE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79"/>
            <p:cNvSpPr/>
            <p:nvPr/>
          </p:nvSpPr>
          <p:spPr>
            <a:xfrm>
              <a:off x="4355000" y="2318775"/>
              <a:ext cx="23625" cy="48225"/>
            </a:xfrm>
            <a:custGeom>
              <a:avLst/>
              <a:gdLst/>
              <a:ahLst/>
              <a:cxnLst/>
              <a:rect l="l" t="t" r="r" b="b"/>
              <a:pathLst>
                <a:path w="945" h="1929" fill="none" extrusionOk="0">
                  <a:moveTo>
                    <a:pt x="945" y="1928"/>
                  </a:moveTo>
                  <a:lnTo>
                    <a:pt x="1" y="1"/>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79"/>
            <p:cNvSpPr/>
            <p:nvPr/>
          </p:nvSpPr>
          <p:spPr>
            <a:xfrm>
              <a:off x="4343700" y="2338050"/>
              <a:ext cx="27275" cy="23975"/>
            </a:xfrm>
            <a:custGeom>
              <a:avLst/>
              <a:gdLst/>
              <a:ahLst/>
              <a:cxnLst/>
              <a:rect l="l" t="t" r="r" b="b"/>
              <a:pathLst>
                <a:path w="1091" h="959" fill="none" extrusionOk="0">
                  <a:moveTo>
                    <a:pt x="1" y="1"/>
                  </a:moveTo>
                  <a:lnTo>
                    <a:pt x="1091" y="958"/>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79"/>
            <p:cNvSpPr/>
            <p:nvPr/>
          </p:nvSpPr>
          <p:spPr>
            <a:xfrm>
              <a:off x="4302500" y="3046250"/>
              <a:ext cx="91425" cy="23950"/>
            </a:xfrm>
            <a:custGeom>
              <a:avLst/>
              <a:gdLst/>
              <a:ahLst/>
              <a:cxnLst/>
              <a:rect l="l" t="t" r="r" b="b"/>
              <a:pathLst>
                <a:path w="3657" h="958" extrusionOk="0">
                  <a:moveTo>
                    <a:pt x="0" y="0"/>
                  </a:moveTo>
                  <a:cubicBezTo>
                    <a:pt x="27" y="599"/>
                    <a:pt x="40" y="958"/>
                    <a:pt x="40" y="958"/>
                  </a:cubicBezTo>
                  <a:lnTo>
                    <a:pt x="3563" y="958"/>
                  </a:lnTo>
                  <a:lnTo>
                    <a:pt x="3656" y="0"/>
                  </a:lnTo>
                  <a:close/>
                </a:path>
              </a:pathLst>
            </a:custGeom>
            <a:solidFill>
              <a:srgbClr val="3D48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79"/>
            <p:cNvSpPr/>
            <p:nvPr/>
          </p:nvSpPr>
          <p:spPr>
            <a:xfrm>
              <a:off x="4305150" y="2160275"/>
              <a:ext cx="426400" cy="396150"/>
            </a:xfrm>
            <a:custGeom>
              <a:avLst/>
              <a:gdLst/>
              <a:ahLst/>
              <a:cxnLst/>
              <a:rect l="l" t="t" r="r" b="b"/>
              <a:pathLst>
                <a:path w="17056" h="15846" extrusionOk="0">
                  <a:moveTo>
                    <a:pt x="7238" y="0"/>
                  </a:moveTo>
                  <a:cubicBezTo>
                    <a:pt x="7226" y="0"/>
                    <a:pt x="7219" y="0"/>
                    <a:pt x="7219" y="0"/>
                  </a:cubicBezTo>
                  <a:cubicBezTo>
                    <a:pt x="7325" y="731"/>
                    <a:pt x="7578" y="2353"/>
                    <a:pt x="7844" y="4055"/>
                  </a:cubicBezTo>
                  <a:cubicBezTo>
                    <a:pt x="7631" y="5570"/>
                    <a:pt x="7099" y="10276"/>
                    <a:pt x="7099" y="10276"/>
                  </a:cubicBezTo>
                  <a:lnTo>
                    <a:pt x="1" y="13174"/>
                  </a:lnTo>
                  <a:lnTo>
                    <a:pt x="1" y="15021"/>
                  </a:lnTo>
                  <a:cubicBezTo>
                    <a:pt x="1" y="15021"/>
                    <a:pt x="5066" y="14729"/>
                    <a:pt x="7285" y="14623"/>
                  </a:cubicBezTo>
                  <a:cubicBezTo>
                    <a:pt x="9253" y="14529"/>
                    <a:pt x="10250" y="13612"/>
                    <a:pt x="10795" y="12948"/>
                  </a:cubicBezTo>
                  <a:lnTo>
                    <a:pt x="11313" y="15845"/>
                  </a:lnTo>
                  <a:lnTo>
                    <a:pt x="17056" y="15845"/>
                  </a:lnTo>
                  <a:lnTo>
                    <a:pt x="15195" y="12137"/>
                  </a:lnTo>
                  <a:cubicBezTo>
                    <a:pt x="15195" y="12137"/>
                    <a:pt x="14052" y="6354"/>
                    <a:pt x="13520" y="4267"/>
                  </a:cubicBezTo>
                  <a:cubicBezTo>
                    <a:pt x="12975" y="2180"/>
                    <a:pt x="11433" y="771"/>
                    <a:pt x="10170" y="386"/>
                  </a:cubicBezTo>
                  <a:cubicBezTo>
                    <a:pt x="8974" y="12"/>
                    <a:pt x="7427" y="0"/>
                    <a:pt x="7238" y="0"/>
                  </a:cubicBezTo>
                  <a:close/>
                </a:path>
              </a:pathLst>
            </a:custGeom>
            <a:solidFill>
              <a:srgbClr val="3D48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79"/>
            <p:cNvSpPr/>
            <p:nvPr/>
          </p:nvSpPr>
          <p:spPr>
            <a:xfrm>
              <a:off x="4575000" y="2300175"/>
              <a:ext cx="56200" cy="183800"/>
            </a:xfrm>
            <a:custGeom>
              <a:avLst/>
              <a:gdLst/>
              <a:ahLst/>
              <a:cxnLst/>
              <a:rect l="l" t="t" r="r" b="b"/>
              <a:pathLst>
                <a:path w="2248" h="7352" fill="none" extrusionOk="0">
                  <a:moveTo>
                    <a:pt x="1" y="7352"/>
                  </a:moveTo>
                  <a:cubicBezTo>
                    <a:pt x="798" y="6341"/>
                    <a:pt x="2247" y="1"/>
                    <a:pt x="2247" y="1"/>
                  </a:cubicBez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79"/>
            <p:cNvSpPr/>
            <p:nvPr/>
          </p:nvSpPr>
          <p:spPr>
            <a:xfrm>
              <a:off x="4499900" y="2186525"/>
              <a:ext cx="50550" cy="85750"/>
            </a:xfrm>
            <a:custGeom>
              <a:avLst/>
              <a:gdLst/>
              <a:ahLst/>
              <a:cxnLst/>
              <a:rect l="l" t="t" r="r" b="b"/>
              <a:pathLst>
                <a:path w="2022" h="3430" fill="none" extrusionOk="0">
                  <a:moveTo>
                    <a:pt x="1" y="3430"/>
                  </a:moveTo>
                  <a:cubicBezTo>
                    <a:pt x="1" y="3430"/>
                    <a:pt x="173" y="439"/>
                    <a:pt x="2021" y="0"/>
                  </a:cubicBez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79"/>
            <p:cNvSpPr/>
            <p:nvPr/>
          </p:nvSpPr>
          <p:spPr>
            <a:xfrm>
              <a:off x="4487275" y="2417825"/>
              <a:ext cx="37900" cy="25"/>
            </a:xfrm>
            <a:custGeom>
              <a:avLst/>
              <a:gdLst/>
              <a:ahLst/>
              <a:cxnLst/>
              <a:rect l="l" t="t" r="r" b="b"/>
              <a:pathLst>
                <a:path w="1516" h="1" fill="none" extrusionOk="0">
                  <a:moveTo>
                    <a:pt x="0" y="0"/>
                  </a:moveTo>
                  <a:lnTo>
                    <a:pt x="1516" y="0"/>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79"/>
            <p:cNvSpPr/>
            <p:nvPr/>
          </p:nvSpPr>
          <p:spPr>
            <a:xfrm>
              <a:off x="4499900" y="2402525"/>
              <a:ext cx="42900" cy="8675"/>
            </a:xfrm>
            <a:custGeom>
              <a:avLst/>
              <a:gdLst/>
              <a:ahLst/>
              <a:cxnLst/>
              <a:rect l="l" t="t" r="r" b="b"/>
              <a:pathLst>
                <a:path w="1716" h="347" fill="none" extrusionOk="0">
                  <a:moveTo>
                    <a:pt x="1" y="346"/>
                  </a:moveTo>
                  <a:lnTo>
                    <a:pt x="1715" y="1"/>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79"/>
            <p:cNvSpPr/>
            <p:nvPr/>
          </p:nvSpPr>
          <p:spPr>
            <a:xfrm>
              <a:off x="4598600" y="2472975"/>
              <a:ext cx="73150" cy="36925"/>
            </a:xfrm>
            <a:custGeom>
              <a:avLst/>
              <a:gdLst/>
              <a:ahLst/>
              <a:cxnLst/>
              <a:rect l="l" t="t" r="r" b="b"/>
              <a:pathLst>
                <a:path w="2926" h="1477" fill="none" extrusionOk="0">
                  <a:moveTo>
                    <a:pt x="1" y="1"/>
                  </a:moveTo>
                  <a:lnTo>
                    <a:pt x="2925" y="1"/>
                  </a:lnTo>
                  <a:cubicBezTo>
                    <a:pt x="2925" y="1"/>
                    <a:pt x="2713" y="1476"/>
                    <a:pt x="1503" y="1476"/>
                  </a:cubicBezTo>
                  <a:cubicBezTo>
                    <a:pt x="280" y="1476"/>
                    <a:pt x="1" y="1"/>
                    <a:pt x="1" y="1"/>
                  </a:cubicBezTo>
                  <a:close/>
                </a:path>
              </a:pathLst>
            </a:custGeom>
            <a:noFill/>
            <a:ln w="200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79"/>
            <p:cNvSpPr/>
            <p:nvPr/>
          </p:nvSpPr>
          <p:spPr>
            <a:xfrm>
              <a:off x="4575675" y="2384575"/>
              <a:ext cx="93750" cy="171850"/>
            </a:xfrm>
            <a:custGeom>
              <a:avLst/>
              <a:gdLst/>
              <a:ahLst/>
              <a:cxnLst/>
              <a:rect l="l" t="t" r="r" b="b"/>
              <a:pathLst>
                <a:path w="3750" h="6874" extrusionOk="0">
                  <a:moveTo>
                    <a:pt x="1370" y="1"/>
                  </a:moveTo>
                  <a:cubicBezTo>
                    <a:pt x="545" y="3151"/>
                    <a:pt x="94" y="3803"/>
                    <a:pt x="94" y="3803"/>
                  </a:cubicBezTo>
                  <a:lnTo>
                    <a:pt x="0" y="4069"/>
                  </a:lnTo>
                  <a:lnTo>
                    <a:pt x="492" y="6873"/>
                  </a:lnTo>
                  <a:lnTo>
                    <a:pt x="3749" y="6873"/>
                  </a:lnTo>
                  <a:lnTo>
                    <a:pt x="1370" y="1"/>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79"/>
            <p:cNvSpPr/>
            <p:nvPr/>
          </p:nvSpPr>
          <p:spPr>
            <a:xfrm>
              <a:off x="4502225" y="2537800"/>
              <a:ext cx="120325" cy="589900"/>
            </a:xfrm>
            <a:custGeom>
              <a:avLst/>
              <a:gdLst/>
              <a:ahLst/>
              <a:cxnLst/>
              <a:rect l="l" t="t" r="r" b="b"/>
              <a:pathLst>
                <a:path w="4813" h="23596" extrusionOk="0">
                  <a:moveTo>
                    <a:pt x="1" y="0"/>
                  </a:moveTo>
                  <a:lnTo>
                    <a:pt x="4015" y="23595"/>
                  </a:lnTo>
                  <a:lnTo>
                    <a:pt x="4813" y="23595"/>
                  </a:lnTo>
                  <a:lnTo>
                    <a:pt x="1622" y="27"/>
                  </a:lnTo>
                  <a:lnTo>
                    <a:pt x="1" y="0"/>
                  </a:lnTo>
                  <a:close/>
                </a:path>
              </a:pathLst>
            </a:custGeom>
            <a:solidFill>
              <a:srgbClr val="945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79"/>
            <p:cNvSpPr/>
            <p:nvPr/>
          </p:nvSpPr>
          <p:spPr>
            <a:xfrm>
              <a:off x="4277250" y="2537800"/>
              <a:ext cx="120325" cy="589900"/>
            </a:xfrm>
            <a:custGeom>
              <a:avLst/>
              <a:gdLst/>
              <a:ahLst/>
              <a:cxnLst/>
              <a:rect l="l" t="t" r="r" b="b"/>
              <a:pathLst>
                <a:path w="4813" h="23596" extrusionOk="0">
                  <a:moveTo>
                    <a:pt x="4812" y="0"/>
                  </a:moveTo>
                  <a:lnTo>
                    <a:pt x="3177" y="27"/>
                  </a:lnTo>
                  <a:lnTo>
                    <a:pt x="0" y="23595"/>
                  </a:lnTo>
                  <a:lnTo>
                    <a:pt x="785" y="23595"/>
                  </a:lnTo>
                  <a:lnTo>
                    <a:pt x="4812" y="0"/>
                  </a:lnTo>
                  <a:close/>
                </a:path>
              </a:pathLst>
            </a:custGeom>
            <a:solidFill>
              <a:srgbClr val="945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79"/>
            <p:cNvSpPr/>
            <p:nvPr/>
          </p:nvSpPr>
          <p:spPr>
            <a:xfrm>
              <a:off x="4071200" y="2524500"/>
              <a:ext cx="486875" cy="20625"/>
            </a:xfrm>
            <a:custGeom>
              <a:avLst/>
              <a:gdLst/>
              <a:ahLst/>
              <a:cxnLst/>
              <a:rect l="l" t="t" r="r" b="b"/>
              <a:pathLst>
                <a:path w="19475" h="825" extrusionOk="0">
                  <a:moveTo>
                    <a:pt x="0" y="0"/>
                  </a:moveTo>
                  <a:lnTo>
                    <a:pt x="0" y="825"/>
                  </a:lnTo>
                  <a:lnTo>
                    <a:pt x="19475" y="825"/>
                  </a:lnTo>
                  <a:lnTo>
                    <a:pt x="19475" y="0"/>
                  </a:ln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79"/>
            <p:cNvSpPr/>
            <p:nvPr/>
          </p:nvSpPr>
          <p:spPr>
            <a:xfrm>
              <a:off x="4337400" y="2524500"/>
              <a:ext cx="220675" cy="20625"/>
            </a:xfrm>
            <a:custGeom>
              <a:avLst/>
              <a:gdLst/>
              <a:ahLst/>
              <a:cxnLst/>
              <a:rect l="l" t="t" r="r" b="b"/>
              <a:pathLst>
                <a:path w="8827" h="825" extrusionOk="0">
                  <a:moveTo>
                    <a:pt x="0" y="0"/>
                  </a:moveTo>
                  <a:lnTo>
                    <a:pt x="0" y="825"/>
                  </a:lnTo>
                  <a:lnTo>
                    <a:pt x="8827" y="825"/>
                  </a:lnTo>
                  <a:lnTo>
                    <a:pt x="8827" y="0"/>
                  </a:lnTo>
                  <a:close/>
                </a:path>
              </a:pathLst>
            </a:custGeom>
            <a:solidFill>
              <a:srgbClr val="EBCE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79"/>
            <p:cNvSpPr/>
            <p:nvPr/>
          </p:nvSpPr>
          <p:spPr>
            <a:xfrm>
              <a:off x="4047600" y="2338050"/>
              <a:ext cx="278525" cy="178175"/>
            </a:xfrm>
            <a:custGeom>
              <a:avLst/>
              <a:gdLst/>
              <a:ahLst/>
              <a:cxnLst/>
              <a:rect l="l" t="t" r="r" b="b"/>
              <a:pathLst>
                <a:path w="11141" h="7127" extrusionOk="0">
                  <a:moveTo>
                    <a:pt x="1" y="1"/>
                  </a:moveTo>
                  <a:lnTo>
                    <a:pt x="1569" y="7126"/>
                  </a:lnTo>
                  <a:lnTo>
                    <a:pt x="11140" y="7126"/>
                  </a:lnTo>
                  <a:lnTo>
                    <a:pt x="9572" y="1"/>
                  </a:lnTo>
                  <a:close/>
                </a:path>
              </a:pathLst>
            </a:custGeom>
            <a:solidFill>
              <a:srgbClr val="EBCA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79"/>
            <p:cNvSpPr/>
            <p:nvPr/>
          </p:nvSpPr>
          <p:spPr>
            <a:xfrm>
              <a:off x="4277900" y="2338050"/>
              <a:ext cx="48225" cy="178175"/>
            </a:xfrm>
            <a:custGeom>
              <a:avLst/>
              <a:gdLst/>
              <a:ahLst/>
              <a:cxnLst/>
              <a:rect l="l" t="t" r="r" b="b"/>
              <a:pathLst>
                <a:path w="1929" h="7127" extrusionOk="0">
                  <a:moveTo>
                    <a:pt x="1" y="1"/>
                  </a:moveTo>
                  <a:lnTo>
                    <a:pt x="1583" y="7126"/>
                  </a:lnTo>
                  <a:lnTo>
                    <a:pt x="1928" y="7126"/>
                  </a:lnTo>
                  <a:lnTo>
                    <a:pt x="360" y="1"/>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79"/>
            <p:cNvSpPr/>
            <p:nvPr/>
          </p:nvSpPr>
          <p:spPr>
            <a:xfrm>
              <a:off x="4157925" y="2409500"/>
              <a:ext cx="51550" cy="46225"/>
            </a:xfrm>
            <a:custGeom>
              <a:avLst/>
              <a:gdLst/>
              <a:ahLst/>
              <a:cxnLst/>
              <a:rect l="l" t="t" r="r" b="b"/>
              <a:pathLst>
                <a:path w="2062" h="1849" extrusionOk="0">
                  <a:moveTo>
                    <a:pt x="825" y="1"/>
                  </a:moveTo>
                  <a:cubicBezTo>
                    <a:pt x="320" y="1"/>
                    <a:pt x="1" y="413"/>
                    <a:pt x="107" y="931"/>
                  </a:cubicBezTo>
                  <a:cubicBezTo>
                    <a:pt x="227" y="1437"/>
                    <a:pt x="732" y="1849"/>
                    <a:pt x="1237" y="1849"/>
                  </a:cubicBezTo>
                  <a:cubicBezTo>
                    <a:pt x="1742" y="1849"/>
                    <a:pt x="2061" y="1437"/>
                    <a:pt x="1955" y="931"/>
                  </a:cubicBezTo>
                  <a:cubicBezTo>
                    <a:pt x="1835" y="413"/>
                    <a:pt x="1330" y="1"/>
                    <a:pt x="825" y="1"/>
                  </a:cubicBezTo>
                  <a:close/>
                </a:path>
              </a:pathLst>
            </a:custGeom>
            <a:solidFill>
              <a:srgbClr val="FFF0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79"/>
            <p:cNvSpPr/>
            <p:nvPr/>
          </p:nvSpPr>
          <p:spPr>
            <a:xfrm>
              <a:off x="4086825" y="2516200"/>
              <a:ext cx="370900" cy="8325"/>
            </a:xfrm>
            <a:custGeom>
              <a:avLst/>
              <a:gdLst/>
              <a:ahLst/>
              <a:cxnLst/>
              <a:rect l="l" t="t" r="r" b="b"/>
              <a:pathLst>
                <a:path w="14836" h="333" extrusionOk="0">
                  <a:moveTo>
                    <a:pt x="0" y="0"/>
                  </a:moveTo>
                  <a:lnTo>
                    <a:pt x="0" y="332"/>
                  </a:lnTo>
                  <a:lnTo>
                    <a:pt x="14835" y="332"/>
                  </a:lnTo>
                  <a:lnTo>
                    <a:pt x="14835" y="0"/>
                  </a:lnTo>
                  <a:close/>
                </a:path>
              </a:pathLst>
            </a:custGeom>
            <a:solidFill>
              <a:srgbClr val="EBCA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6" name="Google Shape;2096;p79"/>
          <p:cNvGrpSpPr/>
          <p:nvPr/>
        </p:nvGrpSpPr>
        <p:grpSpPr>
          <a:xfrm>
            <a:off x="4909959" y="1163479"/>
            <a:ext cx="494042" cy="1411503"/>
            <a:chOff x="4808300" y="1718350"/>
            <a:chExt cx="499200" cy="1409325"/>
          </a:xfrm>
        </p:grpSpPr>
        <p:sp>
          <p:nvSpPr>
            <p:cNvPr id="2097" name="Google Shape;2097;p79"/>
            <p:cNvSpPr/>
            <p:nvPr/>
          </p:nvSpPr>
          <p:spPr>
            <a:xfrm>
              <a:off x="4943575" y="2999400"/>
              <a:ext cx="88750" cy="128275"/>
            </a:xfrm>
            <a:custGeom>
              <a:avLst/>
              <a:gdLst/>
              <a:ahLst/>
              <a:cxnLst/>
              <a:rect l="l" t="t" r="r" b="b"/>
              <a:pathLst>
                <a:path w="3550" h="5131" extrusionOk="0">
                  <a:moveTo>
                    <a:pt x="3390" y="0"/>
                  </a:moveTo>
                  <a:lnTo>
                    <a:pt x="1529" y="80"/>
                  </a:lnTo>
                  <a:lnTo>
                    <a:pt x="2207" y="3416"/>
                  </a:lnTo>
                  <a:lnTo>
                    <a:pt x="1316" y="4214"/>
                  </a:lnTo>
                  <a:cubicBezTo>
                    <a:pt x="1316" y="4214"/>
                    <a:pt x="0" y="4653"/>
                    <a:pt x="13" y="4919"/>
                  </a:cubicBezTo>
                  <a:cubicBezTo>
                    <a:pt x="21" y="5075"/>
                    <a:pt x="273" y="5130"/>
                    <a:pt x="619" y="5130"/>
                  </a:cubicBezTo>
                  <a:cubicBezTo>
                    <a:pt x="862" y="5130"/>
                    <a:pt x="1151" y="5103"/>
                    <a:pt x="1436" y="5065"/>
                  </a:cubicBezTo>
                  <a:cubicBezTo>
                    <a:pt x="1975" y="4991"/>
                    <a:pt x="2330" y="4950"/>
                    <a:pt x="2626" y="4950"/>
                  </a:cubicBezTo>
                  <a:cubicBezTo>
                    <a:pt x="2702" y="4950"/>
                    <a:pt x="2774" y="4953"/>
                    <a:pt x="2845" y="4958"/>
                  </a:cubicBezTo>
                  <a:cubicBezTo>
                    <a:pt x="2874" y="4962"/>
                    <a:pt x="2904" y="4964"/>
                    <a:pt x="2933" y="4964"/>
                  </a:cubicBezTo>
                  <a:cubicBezTo>
                    <a:pt x="3249" y="4964"/>
                    <a:pt x="3549" y="4773"/>
                    <a:pt x="3549" y="4493"/>
                  </a:cubicBezTo>
                  <a:cubicBezTo>
                    <a:pt x="3549" y="4187"/>
                    <a:pt x="3323" y="3483"/>
                    <a:pt x="3323" y="3483"/>
                  </a:cubicBezTo>
                  <a:lnTo>
                    <a:pt x="3390" y="0"/>
                  </a:ln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79"/>
            <p:cNvSpPr/>
            <p:nvPr/>
          </p:nvSpPr>
          <p:spPr>
            <a:xfrm>
              <a:off x="4943575" y="3092450"/>
              <a:ext cx="88750" cy="35225"/>
            </a:xfrm>
            <a:custGeom>
              <a:avLst/>
              <a:gdLst/>
              <a:ahLst/>
              <a:cxnLst/>
              <a:rect l="l" t="t" r="r" b="b"/>
              <a:pathLst>
                <a:path w="3550" h="1409" extrusionOk="0">
                  <a:moveTo>
                    <a:pt x="1874" y="0"/>
                  </a:moveTo>
                  <a:lnTo>
                    <a:pt x="1316" y="492"/>
                  </a:lnTo>
                  <a:cubicBezTo>
                    <a:pt x="1316" y="492"/>
                    <a:pt x="0" y="931"/>
                    <a:pt x="13" y="1197"/>
                  </a:cubicBezTo>
                  <a:cubicBezTo>
                    <a:pt x="21" y="1353"/>
                    <a:pt x="273" y="1408"/>
                    <a:pt x="619" y="1408"/>
                  </a:cubicBezTo>
                  <a:cubicBezTo>
                    <a:pt x="862" y="1408"/>
                    <a:pt x="1151" y="1381"/>
                    <a:pt x="1436" y="1343"/>
                  </a:cubicBezTo>
                  <a:cubicBezTo>
                    <a:pt x="1975" y="1269"/>
                    <a:pt x="2330" y="1228"/>
                    <a:pt x="2626" y="1228"/>
                  </a:cubicBezTo>
                  <a:cubicBezTo>
                    <a:pt x="2702" y="1228"/>
                    <a:pt x="2774" y="1231"/>
                    <a:pt x="2845" y="1236"/>
                  </a:cubicBezTo>
                  <a:cubicBezTo>
                    <a:pt x="2874" y="1240"/>
                    <a:pt x="2904" y="1242"/>
                    <a:pt x="2933" y="1242"/>
                  </a:cubicBezTo>
                  <a:cubicBezTo>
                    <a:pt x="3249" y="1242"/>
                    <a:pt x="3549" y="1051"/>
                    <a:pt x="3549" y="771"/>
                  </a:cubicBezTo>
                  <a:cubicBezTo>
                    <a:pt x="3549" y="612"/>
                    <a:pt x="3496" y="359"/>
                    <a:pt x="3430" y="146"/>
                  </a:cubicBezTo>
                  <a:cubicBezTo>
                    <a:pt x="3266" y="182"/>
                    <a:pt x="3103" y="197"/>
                    <a:pt x="2945" y="197"/>
                  </a:cubicBezTo>
                  <a:cubicBezTo>
                    <a:pt x="2516" y="197"/>
                    <a:pt x="2127" y="88"/>
                    <a:pt x="1874" y="0"/>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79"/>
            <p:cNvSpPr/>
            <p:nvPr/>
          </p:nvSpPr>
          <p:spPr>
            <a:xfrm>
              <a:off x="5173200" y="2999400"/>
              <a:ext cx="110025" cy="128275"/>
            </a:xfrm>
            <a:custGeom>
              <a:avLst/>
              <a:gdLst/>
              <a:ahLst/>
              <a:cxnLst/>
              <a:rect l="l" t="t" r="r" b="b"/>
              <a:pathLst>
                <a:path w="4401" h="5131" extrusionOk="0">
                  <a:moveTo>
                    <a:pt x="1" y="0"/>
                  </a:moveTo>
                  <a:lnTo>
                    <a:pt x="1064" y="3483"/>
                  </a:lnTo>
                  <a:cubicBezTo>
                    <a:pt x="1064" y="3483"/>
                    <a:pt x="851" y="4187"/>
                    <a:pt x="851" y="4493"/>
                  </a:cubicBezTo>
                  <a:cubicBezTo>
                    <a:pt x="851" y="4773"/>
                    <a:pt x="1152" y="4964"/>
                    <a:pt x="1467" y="4964"/>
                  </a:cubicBezTo>
                  <a:cubicBezTo>
                    <a:pt x="1497" y="4964"/>
                    <a:pt x="1526" y="4962"/>
                    <a:pt x="1556" y="4958"/>
                  </a:cubicBezTo>
                  <a:cubicBezTo>
                    <a:pt x="1626" y="4953"/>
                    <a:pt x="1699" y="4950"/>
                    <a:pt x="1775" y="4950"/>
                  </a:cubicBezTo>
                  <a:cubicBezTo>
                    <a:pt x="2071" y="4950"/>
                    <a:pt x="2425" y="4991"/>
                    <a:pt x="2965" y="5065"/>
                  </a:cubicBezTo>
                  <a:cubicBezTo>
                    <a:pt x="3250" y="5103"/>
                    <a:pt x="3539" y="5130"/>
                    <a:pt x="3781" y="5130"/>
                  </a:cubicBezTo>
                  <a:cubicBezTo>
                    <a:pt x="4128" y="5130"/>
                    <a:pt x="4380" y="5075"/>
                    <a:pt x="4387" y="4919"/>
                  </a:cubicBezTo>
                  <a:cubicBezTo>
                    <a:pt x="4401" y="4653"/>
                    <a:pt x="3085" y="4214"/>
                    <a:pt x="3085" y="4214"/>
                  </a:cubicBezTo>
                  <a:lnTo>
                    <a:pt x="2194" y="3416"/>
                  </a:lnTo>
                  <a:lnTo>
                    <a:pt x="1862" y="80"/>
                  </a:lnTo>
                  <a:lnTo>
                    <a:pt x="1" y="0"/>
                  </a:ln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79"/>
            <p:cNvSpPr/>
            <p:nvPr/>
          </p:nvSpPr>
          <p:spPr>
            <a:xfrm>
              <a:off x="5194475" y="3092450"/>
              <a:ext cx="88750" cy="35225"/>
            </a:xfrm>
            <a:custGeom>
              <a:avLst/>
              <a:gdLst/>
              <a:ahLst/>
              <a:cxnLst/>
              <a:rect l="l" t="t" r="r" b="b"/>
              <a:pathLst>
                <a:path w="3550" h="1409" extrusionOk="0">
                  <a:moveTo>
                    <a:pt x="1675" y="0"/>
                  </a:moveTo>
                  <a:cubicBezTo>
                    <a:pt x="1422" y="88"/>
                    <a:pt x="1034" y="197"/>
                    <a:pt x="599" y="197"/>
                  </a:cubicBezTo>
                  <a:cubicBezTo>
                    <a:pt x="440" y="197"/>
                    <a:pt x="274" y="182"/>
                    <a:pt x="107" y="146"/>
                  </a:cubicBezTo>
                  <a:cubicBezTo>
                    <a:pt x="54" y="359"/>
                    <a:pt x="0" y="612"/>
                    <a:pt x="0" y="771"/>
                  </a:cubicBezTo>
                  <a:cubicBezTo>
                    <a:pt x="0" y="1051"/>
                    <a:pt x="301" y="1242"/>
                    <a:pt x="616" y="1242"/>
                  </a:cubicBezTo>
                  <a:cubicBezTo>
                    <a:pt x="646" y="1242"/>
                    <a:pt x="675" y="1240"/>
                    <a:pt x="705" y="1236"/>
                  </a:cubicBezTo>
                  <a:cubicBezTo>
                    <a:pt x="775" y="1231"/>
                    <a:pt x="848" y="1228"/>
                    <a:pt x="924" y="1228"/>
                  </a:cubicBezTo>
                  <a:cubicBezTo>
                    <a:pt x="1220" y="1228"/>
                    <a:pt x="1574" y="1269"/>
                    <a:pt x="2114" y="1343"/>
                  </a:cubicBezTo>
                  <a:cubicBezTo>
                    <a:pt x="2399" y="1381"/>
                    <a:pt x="2688" y="1408"/>
                    <a:pt x="2930" y="1408"/>
                  </a:cubicBezTo>
                  <a:cubicBezTo>
                    <a:pt x="3277" y="1408"/>
                    <a:pt x="3529" y="1353"/>
                    <a:pt x="3536" y="1197"/>
                  </a:cubicBezTo>
                  <a:cubicBezTo>
                    <a:pt x="3550" y="931"/>
                    <a:pt x="2234" y="492"/>
                    <a:pt x="2234" y="492"/>
                  </a:cubicBezTo>
                  <a:lnTo>
                    <a:pt x="1675" y="0"/>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79"/>
            <p:cNvSpPr/>
            <p:nvPr/>
          </p:nvSpPr>
          <p:spPr>
            <a:xfrm>
              <a:off x="4888075" y="2238700"/>
              <a:ext cx="350625" cy="770675"/>
            </a:xfrm>
            <a:custGeom>
              <a:avLst/>
              <a:gdLst/>
              <a:ahLst/>
              <a:cxnLst/>
              <a:rect l="l" t="t" r="r" b="b"/>
              <a:pathLst>
                <a:path w="14025" h="30827" extrusionOk="0">
                  <a:moveTo>
                    <a:pt x="2087" y="0"/>
                  </a:moveTo>
                  <a:cubicBezTo>
                    <a:pt x="0" y="5504"/>
                    <a:pt x="851" y="14184"/>
                    <a:pt x="1157" y="19262"/>
                  </a:cubicBezTo>
                  <a:cubicBezTo>
                    <a:pt x="1476" y="24340"/>
                    <a:pt x="3403" y="30827"/>
                    <a:pt x="3403" y="30827"/>
                  </a:cubicBezTo>
                  <a:lnTo>
                    <a:pt x="7165" y="30827"/>
                  </a:lnTo>
                  <a:lnTo>
                    <a:pt x="6354" y="20644"/>
                  </a:lnTo>
                  <a:lnTo>
                    <a:pt x="5557" y="5969"/>
                  </a:lnTo>
                  <a:lnTo>
                    <a:pt x="6022" y="5969"/>
                  </a:lnTo>
                  <a:cubicBezTo>
                    <a:pt x="6022" y="5969"/>
                    <a:pt x="7577" y="16869"/>
                    <a:pt x="7790" y="19421"/>
                  </a:cubicBezTo>
                  <a:cubicBezTo>
                    <a:pt x="8016" y="21974"/>
                    <a:pt x="10821" y="30827"/>
                    <a:pt x="10821" y="30827"/>
                  </a:cubicBezTo>
                  <a:lnTo>
                    <a:pt x="14024" y="30827"/>
                  </a:lnTo>
                  <a:cubicBezTo>
                    <a:pt x="13958" y="27025"/>
                    <a:pt x="12562" y="18983"/>
                    <a:pt x="12562" y="18983"/>
                  </a:cubicBezTo>
                  <a:cubicBezTo>
                    <a:pt x="12562" y="18983"/>
                    <a:pt x="12589" y="17707"/>
                    <a:pt x="12562" y="12137"/>
                  </a:cubicBezTo>
                  <a:cubicBezTo>
                    <a:pt x="12536" y="6554"/>
                    <a:pt x="10595" y="0"/>
                    <a:pt x="10595" y="0"/>
                  </a:cubicBezTo>
                  <a:close/>
                </a:path>
              </a:pathLst>
            </a:custGeom>
            <a:solidFill>
              <a:srgbClr val="945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79"/>
            <p:cNvSpPr/>
            <p:nvPr/>
          </p:nvSpPr>
          <p:spPr>
            <a:xfrm>
              <a:off x="5033950" y="2234375"/>
              <a:ext cx="9325" cy="153550"/>
            </a:xfrm>
            <a:custGeom>
              <a:avLst/>
              <a:gdLst/>
              <a:ahLst/>
              <a:cxnLst/>
              <a:rect l="l" t="t" r="r" b="b"/>
              <a:pathLst>
                <a:path w="373" h="6142" fill="none" extrusionOk="0">
                  <a:moveTo>
                    <a:pt x="373" y="1"/>
                  </a:moveTo>
                  <a:lnTo>
                    <a:pt x="1" y="6142"/>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79"/>
            <p:cNvSpPr/>
            <p:nvPr/>
          </p:nvSpPr>
          <p:spPr>
            <a:xfrm>
              <a:off x="5019325" y="2234375"/>
              <a:ext cx="18975" cy="80775"/>
            </a:xfrm>
            <a:custGeom>
              <a:avLst/>
              <a:gdLst/>
              <a:ahLst/>
              <a:cxnLst/>
              <a:rect l="l" t="t" r="r" b="b"/>
              <a:pathLst>
                <a:path w="759" h="3231" fill="none" extrusionOk="0">
                  <a:moveTo>
                    <a:pt x="586" y="1"/>
                  </a:moveTo>
                  <a:cubicBezTo>
                    <a:pt x="586" y="1"/>
                    <a:pt x="1" y="2141"/>
                    <a:pt x="759" y="3231"/>
                  </a:cubicBez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79"/>
            <p:cNvSpPr/>
            <p:nvPr/>
          </p:nvSpPr>
          <p:spPr>
            <a:xfrm>
              <a:off x="4983100" y="2364650"/>
              <a:ext cx="102050" cy="14650"/>
            </a:xfrm>
            <a:custGeom>
              <a:avLst/>
              <a:gdLst/>
              <a:ahLst/>
              <a:cxnLst/>
              <a:rect l="l" t="t" r="r" b="b"/>
              <a:pathLst>
                <a:path w="4082" h="586" fill="none" extrusionOk="0">
                  <a:moveTo>
                    <a:pt x="1" y="585"/>
                  </a:moveTo>
                  <a:lnTo>
                    <a:pt x="4082" y="0"/>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79"/>
            <p:cNvSpPr/>
            <p:nvPr/>
          </p:nvSpPr>
          <p:spPr>
            <a:xfrm>
              <a:off x="4914975" y="2238700"/>
              <a:ext cx="256925" cy="109450"/>
            </a:xfrm>
            <a:custGeom>
              <a:avLst/>
              <a:gdLst/>
              <a:ahLst/>
              <a:cxnLst/>
              <a:rect l="l" t="t" r="r" b="b"/>
              <a:pathLst>
                <a:path w="10277" h="4378" extrusionOk="0">
                  <a:moveTo>
                    <a:pt x="1011" y="0"/>
                  </a:moveTo>
                  <a:cubicBezTo>
                    <a:pt x="533" y="1263"/>
                    <a:pt x="200" y="2712"/>
                    <a:pt x="1" y="4241"/>
                  </a:cubicBezTo>
                  <a:cubicBezTo>
                    <a:pt x="434" y="4336"/>
                    <a:pt x="956" y="4377"/>
                    <a:pt x="1533" y="4377"/>
                  </a:cubicBezTo>
                  <a:cubicBezTo>
                    <a:pt x="4574" y="4377"/>
                    <a:pt x="9148" y="3242"/>
                    <a:pt x="10276" y="2951"/>
                  </a:cubicBezTo>
                  <a:cubicBezTo>
                    <a:pt x="9864" y="1170"/>
                    <a:pt x="9519" y="0"/>
                    <a:pt x="9519" y="0"/>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79"/>
            <p:cNvSpPr/>
            <p:nvPr/>
          </p:nvSpPr>
          <p:spPr>
            <a:xfrm>
              <a:off x="5007050" y="2184850"/>
              <a:ext cx="86075" cy="58200"/>
            </a:xfrm>
            <a:custGeom>
              <a:avLst/>
              <a:gdLst/>
              <a:ahLst/>
              <a:cxnLst/>
              <a:rect l="l" t="t" r="r" b="b"/>
              <a:pathLst>
                <a:path w="3443" h="2328" extrusionOk="0">
                  <a:moveTo>
                    <a:pt x="1728" y="1"/>
                  </a:moveTo>
                  <a:lnTo>
                    <a:pt x="0" y="2327"/>
                  </a:lnTo>
                  <a:lnTo>
                    <a:pt x="3443" y="2327"/>
                  </a:lnTo>
                  <a:lnTo>
                    <a:pt x="1728" y="1"/>
                  </a:lnTo>
                  <a:close/>
                </a:path>
              </a:pathLst>
            </a:custGeom>
            <a:solidFill>
              <a:srgbClr val="3D48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79"/>
            <p:cNvSpPr/>
            <p:nvPr/>
          </p:nvSpPr>
          <p:spPr>
            <a:xfrm>
              <a:off x="4970825" y="1817925"/>
              <a:ext cx="204400" cy="207100"/>
            </a:xfrm>
            <a:custGeom>
              <a:avLst/>
              <a:gdLst/>
              <a:ahLst/>
              <a:cxnLst/>
              <a:rect l="l" t="t" r="r" b="b"/>
              <a:pathLst>
                <a:path w="8176" h="8284" extrusionOk="0">
                  <a:moveTo>
                    <a:pt x="2713" y="1"/>
                  </a:moveTo>
                  <a:cubicBezTo>
                    <a:pt x="1627" y="1"/>
                    <a:pt x="1136" y="868"/>
                    <a:pt x="1037" y="1252"/>
                  </a:cubicBezTo>
                  <a:cubicBezTo>
                    <a:pt x="931" y="1651"/>
                    <a:pt x="386" y="2036"/>
                    <a:pt x="518" y="2634"/>
                  </a:cubicBezTo>
                  <a:cubicBezTo>
                    <a:pt x="651" y="3246"/>
                    <a:pt x="984" y="3631"/>
                    <a:pt x="598" y="3964"/>
                  </a:cubicBezTo>
                  <a:cubicBezTo>
                    <a:pt x="199" y="4283"/>
                    <a:pt x="40" y="5001"/>
                    <a:pt x="13" y="5585"/>
                  </a:cubicBezTo>
                  <a:cubicBezTo>
                    <a:pt x="0" y="6170"/>
                    <a:pt x="372" y="8138"/>
                    <a:pt x="372" y="8138"/>
                  </a:cubicBezTo>
                  <a:lnTo>
                    <a:pt x="7311" y="8284"/>
                  </a:lnTo>
                  <a:cubicBezTo>
                    <a:pt x="7311" y="8284"/>
                    <a:pt x="7723" y="7819"/>
                    <a:pt x="7949" y="6808"/>
                  </a:cubicBezTo>
                  <a:cubicBezTo>
                    <a:pt x="8175" y="5811"/>
                    <a:pt x="7298" y="5346"/>
                    <a:pt x="6806" y="4987"/>
                  </a:cubicBezTo>
                  <a:cubicBezTo>
                    <a:pt x="6328" y="4615"/>
                    <a:pt x="6421" y="4456"/>
                    <a:pt x="6328" y="3485"/>
                  </a:cubicBezTo>
                  <a:cubicBezTo>
                    <a:pt x="6235" y="2515"/>
                    <a:pt x="5663" y="2249"/>
                    <a:pt x="5304" y="2089"/>
                  </a:cubicBezTo>
                  <a:cubicBezTo>
                    <a:pt x="4932" y="1943"/>
                    <a:pt x="4772" y="1890"/>
                    <a:pt x="4573" y="1106"/>
                  </a:cubicBezTo>
                  <a:cubicBezTo>
                    <a:pt x="4374" y="321"/>
                    <a:pt x="3656" y="109"/>
                    <a:pt x="2964" y="16"/>
                  </a:cubicBezTo>
                  <a:cubicBezTo>
                    <a:pt x="2877" y="6"/>
                    <a:pt x="2793" y="1"/>
                    <a:pt x="2713" y="1"/>
                  </a:cubicBezTo>
                  <a:close/>
                </a:path>
              </a:pathLst>
            </a:custGeom>
            <a:solidFill>
              <a:srgbClr val="536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79"/>
            <p:cNvSpPr/>
            <p:nvPr/>
          </p:nvSpPr>
          <p:spPr>
            <a:xfrm>
              <a:off x="5007050" y="1948900"/>
              <a:ext cx="67800" cy="179825"/>
            </a:xfrm>
            <a:custGeom>
              <a:avLst/>
              <a:gdLst/>
              <a:ahLst/>
              <a:cxnLst/>
              <a:rect l="l" t="t" r="r" b="b"/>
              <a:pathLst>
                <a:path w="2712" h="7193" extrusionOk="0">
                  <a:moveTo>
                    <a:pt x="0" y="1"/>
                  </a:moveTo>
                  <a:lnTo>
                    <a:pt x="1329" y="7192"/>
                  </a:lnTo>
                  <a:lnTo>
                    <a:pt x="2712" y="1"/>
                  </a:lnTo>
                  <a:close/>
                </a:path>
              </a:pathLst>
            </a:custGeom>
            <a:solidFill>
              <a:srgbClr val="3D48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79"/>
            <p:cNvSpPr/>
            <p:nvPr/>
          </p:nvSpPr>
          <p:spPr>
            <a:xfrm>
              <a:off x="4908675" y="1946925"/>
              <a:ext cx="368900" cy="347200"/>
            </a:xfrm>
            <a:custGeom>
              <a:avLst/>
              <a:gdLst/>
              <a:ahLst/>
              <a:cxnLst/>
              <a:rect l="l" t="t" r="r" b="b"/>
              <a:pathLst>
                <a:path w="14756" h="13888" extrusionOk="0">
                  <a:moveTo>
                    <a:pt x="3962" y="0"/>
                  </a:moveTo>
                  <a:cubicBezTo>
                    <a:pt x="2087" y="665"/>
                    <a:pt x="904" y="2140"/>
                    <a:pt x="904" y="2140"/>
                  </a:cubicBezTo>
                  <a:lnTo>
                    <a:pt x="1502" y="8880"/>
                  </a:lnTo>
                  <a:lnTo>
                    <a:pt x="0" y="13665"/>
                  </a:lnTo>
                  <a:cubicBezTo>
                    <a:pt x="510" y="13827"/>
                    <a:pt x="1021" y="13888"/>
                    <a:pt x="1502" y="13888"/>
                  </a:cubicBezTo>
                  <a:cubicBezTo>
                    <a:pt x="3002" y="13888"/>
                    <a:pt x="4214" y="13293"/>
                    <a:pt x="4214" y="13293"/>
                  </a:cubicBezTo>
                  <a:lnTo>
                    <a:pt x="5291" y="10395"/>
                  </a:lnTo>
                  <a:lnTo>
                    <a:pt x="6368" y="13293"/>
                  </a:lnTo>
                  <a:cubicBezTo>
                    <a:pt x="6368" y="13293"/>
                    <a:pt x="7580" y="13888"/>
                    <a:pt x="9080" y="13888"/>
                  </a:cubicBezTo>
                  <a:cubicBezTo>
                    <a:pt x="9561" y="13888"/>
                    <a:pt x="10072" y="13827"/>
                    <a:pt x="10582" y="13665"/>
                  </a:cubicBezTo>
                  <a:lnTo>
                    <a:pt x="9079" y="8880"/>
                  </a:lnTo>
                  <a:lnTo>
                    <a:pt x="9266" y="6726"/>
                  </a:lnTo>
                  <a:lnTo>
                    <a:pt x="11672" y="10967"/>
                  </a:lnTo>
                  <a:lnTo>
                    <a:pt x="14756" y="9837"/>
                  </a:lnTo>
                  <a:cubicBezTo>
                    <a:pt x="13559" y="6939"/>
                    <a:pt x="10927" y="3496"/>
                    <a:pt x="9678" y="2140"/>
                  </a:cubicBezTo>
                  <a:cubicBezTo>
                    <a:pt x="9678" y="2140"/>
                    <a:pt x="8495" y="665"/>
                    <a:pt x="6620" y="0"/>
                  </a:cubicBezTo>
                  <a:lnTo>
                    <a:pt x="5291" y="5849"/>
                  </a:lnTo>
                  <a:lnTo>
                    <a:pt x="3962" y="0"/>
                  </a:ln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79"/>
            <p:cNvSpPr/>
            <p:nvPr/>
          </p:nvSpPr>
          <p:spPr>
            <a:xfrm>
              <a:off x="4908675" y="2025000"/>
              <a:ext cx="98375" cy="269225"/>
            </a:xfrm>
            <a:custGeom>
              <a:avLst/>
              <a:gdLst/>
              <a:ahLst/>
              <a:cxnLst/>
              <a:rect l="l" t="t" r="r" b="b"/>
              <a:pathLst>
                <a:path w="3935" h="10769" extrusionOk="0">
                  <a:moveTo>
                    <a:pt x="3244" y="1"/>
                  </a:moveTo>
                  <a:lnTo>
                    <a:pt x="1210" y="2473"/>
                  </a:lnTo>
                  <a:lnTo>
                    <a:pt x="1502" y="5757"/>
                  </a:lnTo>
                  <a:lnTo>
                    <a:pt x="0" y="10542"/>
                  </a:lnTo>
                  <a:cubicBezTo>
                    <a:pt x="492" y="10702"/>
                    <a:pt x="971" y="10768"/>
                    <a:pt x="1436" y="10768"/>
                  </a:cubicBezTo>
                  <a:lnTo>
                    <a:pt x="3935" y="2101"/>
                  </a:lnTo>
                  <a:lnTo>
                    <a:pt x="3244" y="1"/>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79"/>
            <p:cNvSpPr/>
            <p:nvPr/>
          </p:nvSpPr>
          <p:spPr>
            <a:xfrm>
              <a:off x="5053225" y="2082175"/>
              <a:ext cx="120000" cy="211950"/>
            </a:xfrm>
            <a:custGeom>
              <a:avLst/>
              <a:gdLst/>
              <a:ahLst/>
              <a:cxnLst/>
              <a:rect l="l" t="t" r="r" b="b"/>
              <a:pathLst>
                <a:path w="4800" h="8478" extrusionOk="0">
                  <a:moveTo>
                    <a:pt x="3630" y="0"/>
                  </a:moveTo>
                  <a:lnTo>
                    <a:pt x="1078" y="3337"/>
                  </a:lnTo>
                  <a:lnTo>
                    <a:pt x="400" y="3337"/>
                  </a:lnTo>
                  <a:lnTo>
                    <a:pt x="1" y="6301"/>
                  </a:lnTo>
                  <a:lnTo>
                    <a:pt x="586" y="7883"/>
                  </a:lnTo>
                  <a:cubicBezTo>
                    <a:pt x="586" y="7883"/>
                    <a:pt x="1798" y="8478"/>
                    <a:pt x="3298" y="8478"/>
                  </a:cubicBezTo>
                  <a:cubicBezTo>
                    <a:pt x="3779" y="8478"/>
                    <a:pt x="4290" y="8417"/>
                    <a:pt x="4800" y="8255"/>
                  </a:cubicBezTo>
                  <a:lnTo>
                    <a:pt x="3297" y="3470"/>
                  </a:lnTo>
                  <a:lnTo>
                    <a:pt x="3484" y="1316"/>
                  </a:lnTo>
                  <a:lnTo>
                    <a:pt x="3989" y="2207"/>
                  </a:lnTo>
                  <a:lnTo>
                    <a:pt x="3630" y="0"/>
                  </a:ln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79"/>
            <p:cNvSpPr/>
            <p:nvPr/>
          </p:nvSpPr>
          <p:spPr>
            <a:xfrm>
              <a:off x="5139625" y="2044625"/>
              <a:ext cx="10675" cy="62500"/>
            </a:xfrm>
            <a:custGeom>
              <a:avLst/>
              <a:gdLst/>
              <a:ahLst/>
              <a:cxnLst/>
              <a:rect l="l" t="t" r="r" b="b"/>
              <a:pathLst>
                <a:path w="427" h="2500" fill="none" extrusionOk="0">
                  <a:moveTo>
                    <a:pt x="426" y="0"/>
                  </a:moveTo>
                  <a:lnTo>
                    <a:pt x="1" y="2499"/>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79"/>
            <p:cNvSpPr/>
            <p:nvPr/>
          </p:nvSpPr>
          <p:spPr>
            <a:xfrm>
              <a:off x="5093100" y="2103450"/>
              <a:ext cx="120000" cy="88750"/>
            </a:xfrm>
            <a:custGeom>
              <a:avLst/>
              <a:gdLst/>
              <a:ahLst/>
              <a:cxnLst/>
              <a:rect l="l" t="t" r="r" b="b"/>
              <a:pathLst>
                <a:path w="4800" h="3550" extrusionOk="0">
                  <a:moveTo>
                    <a:pt x="1" y="0"/>
                  </a:moveTo>
                  <a:lnTo>
                    <a:pt x="1" y="3549"/>
                  </a:lnTo>
                  <a:lnTo>
                    <a:pt x="4800" y="3549"/>
                  </a:lnTo>
                  <a:lnTo>
                    <a:pt x="4800" y="0"/>
                  </a:lnTo>
                  <a:close/>
                </a:path>
              </a:pathLst>
            </a:custGeom>
            <a:solidFill>
              <a:srgbClr val="FFF0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79"/>
            <p:cNvSpPr/>
            <p:nvPr/>
          </p:nvSpPr>
          <p:spPr>
            <a:xfrm>
              <a:off x="5076500" y="2132350"/>
              <a:ext cx="131950" cy="88425"/>
            </a:xfrm>
            <a:custGeom>
              <a:avLst/>
              <a:gdLst/>
              <a:ahLst/>
              <a:cxnLst/>
              <a:rect l="l" t="t" r="r" b="b"/>
              <a:pathLst>
                <a:path w="5278" h="3537" extrusionOk="0">
                  <a:moveTo>
                    <a:pt x="0" y="1"/>
                  </a:moveTo>
                  <a:lnTo>
                    <a:pt x="0" y="3537"/>
                  </a:lnTo>
                  <a:lnTo>
                    <a:pt x="5278" y="3537"/>
                  </a:lnTo>
                  <a:lnTo>
                    <a:pt x="5278" y="1"/>
                  </a:lnTo>
                  <a:close/>
                </a:path>
              </a:pathLst>
            </a:custGeom>
            <a:solidFill>
              <a:srgbClr val="EBCE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79"/>
            <p:cNvSpPr/>
            <p:nvPr/>
          </p:nvSpPr>
          <p:spPr>
            <a:xfrm>
              <a:off x="5093100" y="2139000"/>
              <a:ext cx="25" cy="61175"/>
            </a:xfrm>
            <a:custGeom>
              <a:avLst/>
              <a:gdLst/>
              <a:ahLst/>
              <a:cxnLst/>
              <a:rect l="l" t="t" r="r" b="b"/>
              <a:pathLst>
                <a:path w="1" h="2447" fill="none" extrusionOk="0">
                  <a:moveTo>
                    <a:pt x="1" y="0"/>
                  </a:moveTo>
                  <a:lnTo>
                    <a:pt x="1" y="2446"/>
                  </a:lnTo>
                </a:path>
              </a:pathLst>
            </a:custGeom>
            <a:noFill/>
            <a:ln w="200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79"/>
            <p:cNvSpPr/>
            <p:nvPr/>
          </p:nvSpPr>
          <p:spPr>
            <a:xfrm>
              <a:off x="5112725" y="2139000"/>
              <a:ext cx="25" cy="61175"/>
            </a:xfrm>
            <a:custGeom>
              <a:avLst/>
              <a:gdLst/>
              <a:ahLst/>
              <a:cxnLst/>
              <a:rect l="l" t="t" r="r" b="b"/>
              <a:pathLst>
                <a:path w="1" h="2447" fill="none" extrusionOk="0">
                  <a:moveTo>
                    <a:pt x="0" y="0"/>
                  </a:moveTo>
                  <a:lnTo>
                    <a:pt x="0" y="2446"/>
                  </a:lnTo>
                </a:path>
              </a:pathLst>
            </a:custGeom>
            <a:noFill/>
            <a:ln w="200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79"/>
            <p:cNvSpPr/>
            <p:nvPr/>
          </p:nvSpPr>
          <p:spPr>
            <a:xfrm>
              <a:off x="5132650" y="2139000"/>
              <a:ext cx="25" cy="61175"/>
            </a:xfrm>
            <a:custGeom>
              <a:avLst/>
              <a:gdLst/>
              <a:ahLst/>
              <a:cxnLst/>
              <a:rect l="l" t="t" r="r" b="b"/>
              <a:pathLst>
                <a:path w="1" h="2447" fill="none" extrusionOk="0">
                  <a:moveTo>
                    <a:pt x="1" y="0"/>
                  </a:moveTo>
                  <a:lnTo>
                    <a:pt x="1" y="2446"/>
                  </a:lnTo>
                </a:path>
              </a:pathLst>
            </a:custGeom>
            <a:noFill/>
            <a:ln w="200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79"/>
            <p:cNvSpPr/>
            <p:nvPr/>
          </p:nvSpPr>
          <p:spPr>
            <a:xfrm>
              <a:off x="5152275" y="2139000"/>
              <a:ext cx="25" cy="61175"/>
            </a:xfrm>
            <a:custGeom>
              <a:avLst/>
              <a:gdLst/>
              <a:ahLst/>
              <a:cxnLst/>
              <a:rect l="l" t="t" r="r" b="b"/>
              <a:pathLst>
                <a:path w="1" h="2447" fill="none" extrusionOk="0">
                  <a:moveTo>
                    <a:pt x="0" y="0"/>
                  </a:moveTo>
                  <a:lnTo>
                    <a:pt x="0" y="2446"/>
                  </a:lnTo>
                </a:path>
              </a:pathLst>
            </a:custGeom>
            <a:noFill/>
            <a:ln w="200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79"/>
            <p:cNvSpPr/>
            <p:nvPr/>
          </p:nvSpPr>
          <p:spPr>
            <a:xfrm>
              <a:off x="5172200" y="2139000"/>
              <a:ext cx="25" cy="61175"/>
            </a:xfrm>
            <a:custGeom>
              <a:avLst/>
              <a:gdLst/>
              <a:ahLst/>
              <a:cxnLst/>
              <a:rect l="l" t="t" r="r" b="b"/>
              <a:pathLst>
                <a:path w="1" h="2447" fill="none" extrusionOk="0">
                  <a:moveTo>
                    <a:pt x="1" y="0"/>
                  </a:moveTo>
                  <a:lnTo>
                    <a:pt x="1" y="2446"/>
                  </a:lnTo>
                </a:path>
              </a:pathLst>
            </a:custGeom>
            <a:noFill/>
            <a:ln w="200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79"/>
            <p:cNvSpPr/>
            <p:nvPr/>
          </p:nvSpPr>
          <p:spPr>
            <a:xfrm>
              <a:off x="5191825" y="2139000"/>
              <a:ext cx="0" cy="61175"/>
            </a:xfrm>
            <a:custGeom>
              <a:avLst/>
              <a:gdLst/>
              <a:ahLst/>
              <a:cxnLst/>
              <a:rect l="l" t="t" r="r" b="b"/>
              <a:pathLst>
                <a:path h="2447" fill="none" extrusionOk="0">
                  <a:moveTo>
                    <a:pt x="0" y="0"/>
                  </a:moveTo>
                  <a:lnTo>
                    <a:pt x="0" y="2446"/>
                  </a:lnTo>
                </a:path>
              </a:pathLst>
            </a:custGeom>
            <a:noFill/>
            <a:ln w="2000" cap="flat" cmpd="sng">
              <a:solidFill>
                <a:srgbClr val="FFF0DE"/>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79"/>
            <p:cNvSpPr/>
            <p:nvPr/>
          </p:nvSpPr>
          <p:spPr>
            <a:xfrm>
              <a:off x="5007050" y="1919675"/>
              <a:ext cx="67800" cy="51525"/>
            </a:xfrm>
            <a:custGeom>
              <a:avLst/>
              <a:gdLst/>
              <a:ahLst/>
              <a:cxnLst/>
              <a:rect l="l" t="t" r="r" b="b"/>
              <a:pathLst>
                <a:path w="2712" h="2061" extrusionOk="0">
                  <a:moveTo>
                    <a:pt x="625" y="0"/>
                  </a:moveTo>
                  <a:lnTo>
                    <a:pt x="625" y="744"/>
                  </a:lnTo>
                  <a:cubicBezTo>
                    <a:pt x="625" y="837"/>
                    <a:pt x="572" y="931"/>
                    <a:pt x="479" y="970"/>
                  </a:cubicBezTo>
                  <a:lnTo>
                    <a:pt x="0" y="1170"/>
                  </a:lnTo>
                  <a:cubicBezTo>
                    <a:pt x="319" y="1927"/>
                    <a:pt x="1010" y="2060"/>
                    <a:pt x="1356" y="2060"/>
                  </a:cubicBezTo>
                  <a:cubicBezTo>
                    <a:pt x="1702" y="2060"/>
                    <a:pt x="2393" y="1927"/>
                    <a:pt x="2712" y="1170"/>
                  </a:cubicBezTo>
                  <a:lnTo>
                    <a:pt x="2233" y="970"/>
                  </a:lnTo>
                  <a:cubicBezTo>
                    <a:pt x="2140" y="931"/>
                    <a:pt x="2087" y="837"/>
                    <a:pt x="2087" y="744"/>
                  </a:cubicBezTo>
                  <a:lnTo>
                    <a:pt x="2087" y="0"/>
                  </a:ln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79"/>
            <p:cNvSpPr/>
            <p:nvPr/>
          </p:nvSpPr>
          <p:spPr>
            <a:xfrm>
              <a:off x="5022650" y="1919675"/>
              <a:ext cx="36600" cy="16875"/>
            </a:xfrm>
            <a:custGeom>
              <a:avLst/>
              <a:gdLst/>
              <a:ahLst/>
              <a:cxnLst/>
              <a:rect l="l" t="t" r="r" b="b"/>
              <a:pathLst>
                <a:path w="1464" h="675" extrusionOk="0">
                  <a:moveTo>
                    <a:pt x="1" y="0"/>
                  </a:moveTo>
                  <a:lnTo>
                    <a:pt x="1" y="292"/>
                  </a:lnTo>
                  <a:cubicBezTo>
                    <a:pt x="1" y="292"/>
                    <a:pt x="315" y="674"/>
                    <a:pt x="1212" y="674"/>
                  </a:cubicBezTo>
                  <a:cubicBezTo>
                    <a:pt x="1291" y="674"/>
                    <a:pt x="1375" y="671"/>
                    <a:pt x="1463" y="665"/>
                  </a:cubicBezTo>
                  <a:lnTo>
                    <a:pt x="1463" y="0"/>
                  </a:ln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79"/>
            <p:cNvSpPr/>
            <p:nvPr/>
          </p:nvSpPr>
          <p:spPr>
            <a:xfrm>
              <a:off x="5009700" y="1849875"/>
              <a:ext cx="62500" cy="80475"/>
            </a:xfrm>
            <a:custGeom>
              <a:avLst/>
              <a:gdLst/>
              <a:ahLst/>
              <a:cxnLst/>
              <a:rect l="l" t="t" r="r" b="b"/>
              <a:pathLst>
                <a:path w="2500" h="3219" extrusionOk="0">
                  <a:moveTo>
                    <a:pt x="1144" y="0"/>
                  </a:moveTo>
                  <a:cubicBezTo>
                    <a:pt x="612" y="718"/>
                    <a:pt x="0" y="1157"/>
                    <a:pt x="0" y="1157"/>
                  </a:cubicBezTo>
                  <a:cubicBezTo>
                    <a:pt x="0" y="1157"/>
                    <a:pt x="40" y="1835"/>
                    <a:pt x="147" y="2367"/>
                  </a:cubicBezTo>
                  <a:cubicBezTo>
                    <a:pt x="249" y="2879"/>
                    <a:pt x="685" y="3219"/>
                    <a:pt x="1169" y="3219"/>
                  </a:cubicBezTo>
                  <a:cubicBezTo>
                    <a:pt x="1187" y="3219"/>
                    <a:pt x="1205" y="3218"/>
                    <a:pt x="1223" y="3217"/>
                  </a:cubicBezTo>
                  <a:cubicBezTo>
                    <a:pt x="1728" y="3191"/>
                    <a:pt x="2207" y="2925"/>
                    <a:pt x="2327" y="2460"/>
                  </a:cubicBezTo>
                  <a:cubicBezTo>
                    <a:pt x="2446" y="1981"/>
                    <a:pt x="2499" y="1130"/>
                    <a:pt x="2499" y="1130"/>
                  </a:cubicBezTo>
                  <a:cubicBezTo>
                    <a:pt x="1649" y="798"/>
                    <a:pt x="1144" y="0"/>
                    <a:pt x="1144" y="0"/>
                  </a:cubicBez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79"/>
            <p:cNvSpPr/>
            <p:nvPr/>
          </p:nvSpPr>
          <p:spPr>
            <a:xfrm>
              <a:off x="4998400" y="1880650"/>
              <a:ext cx="12975" cy="18525"/>
            </a:xfrm>
            <a:custGeom>
              <a:avLst/>
              <a:gdLst/>
              <a:ahLst/>
              <a:cxnLst/>
              <a:rect l="l" t="t" r="r" b="b"/>
              <a:pathLst>
                <a:path w="519" h="741" extrusionOk="0">
                  <a:moveTo>
                    <a:pt x="219" y="0"/>
                  </a:moveTo>
                  <a:cubicBezTo>
                    <a:pt x="204" y="0"/>
                    <a:pt x="189" y="2"/>
                    <a:pt x="173" y="6"/>
                  </a:cubicBezTo>
                  <a:cubicBezTo>
                    <a:pt x="0" y="32"/>
                    <a:pt x="40" y="484"/>
                    <a:pt x="200" y="657"/>
                  </a:cubicBezTo>
                  <a:cubicBezTo>
                    <a:pt x="269" y="721"/>
                    <a:pt x="334" y="740"/>
                    <a:pt x="387" y="740"/>
                  </a:cubicBezTo>
                  <a:cubicBezTo>
                    <a:pt x="466" y="740"/>
                    <a:pt x="519" y="697"/>
                    <a:pt x="519" y="697"/>
                  </a:cubicBezTo>
                  <a:lnTo>
                    <a:pt x="466" y="152"/>
                  </a:lnTo>
                  <a:cubicBezTo>
                    <a:pt x="466" y="152"/>
                    <a:pt x="357" y="0"/>
                    <a:pt x="219" y="0"/>
                  </a:cubicBez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79"/>
            <p:cNvSpPr/>
            <p:nvPr/>
          </p:nvSpPr>
          <p:spPr>
            <a:xfrm>
              <a:off x="5022000" y="1877450"/>
              <a:ext cx="14650" cy="4025"/>
            </a:xfrm>
            <a:custGeom>
              <a:avLst/>
              <a:gdLst/>
              <a:ahLst/>
              <a:cxnLst/>
              <a:rect l="l" t="t" r="r" b="b"/>
              <a:pathLst>
                <a:path w="586" h="161" fill="none" extrusionOk="0">
                  <a:moveTo>
                    <a:pt x="0" y="107"/>
                  </a:moveTo>
                  <a:cubicBezTo>
                    <a:pt x="0" y="107"/>
                    <a:pt x="346" y="1"/>
                    <a:pt x="585" y="160"/>
                  </a:cubicBezTo>
                </a:path>
              </a:pathLst>
            </a:custGeom>
            <a:noFill/>
            <a:ln w="4325" cap="flat" cmpd="sng">
              <a:solidFill>
                <a:srgbClr val="DB4646"/>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79"/>
            <p:cNvSpPr/>
            <p:nvPr/>
          </p:nvSpPr>
          <p:spPr>
            <a:xfrm>
              <a:off x="5046575" y="1877450"/>
              <a:ext cx="14650" cy="4025"/>
            </a:xfrm>
            <a:custGeom>
              <a:avLst/>
              <a:gdLst/>
              <a:ahLst/>
              <a:cxnLst/>
              <a:rect l="l" t="t" r="r" b="b"/>
              <a:pathLst>
                <a:path w="586" h="161" fill="none" extrusionOk="0">
                  <a:moveTo>
                    <a:pt x="586" y="107"/>
                  </a:moveTo>
                  <a:cubicBezTo>
                    <a:pt x="586" y="107"/>
                    <a:pt x="240" y="1"/>
                    <a:pt x="1" y="160"/>
                  </a:cubicBezTo>
                </a:path>
              </a:pathLst>
            </a:custGeom>
            <a:noFill/>
            <a:ln w="4325" cap="flat" cmpd="sng">
              <a:solidFill>
                <a:srgbClr val="DB4646"/>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79"/>
            <p:cNvSpPr/>
            <p:nvPr/>
          </p:nvSpPr>
          <p:spPr>
            <a:xfrm>
              <a:off x="5026650" y="1890075"/>
              <a:ext cx="6000" cy="9000"/>
            </a:xfrm>
            <a:custGeom>
              <a:avLst/>
              <a:gdLst/>
              <a:ahLst/>
              <a:cxnLst/>
              <a:rect l="l" t="t" r="r" b="b"/>
              <a:pathLst>
                <a:path w="240" h="360" extrusionOk="0">
                  <a:moveTo>
                    <a:pt x="120" y="1"/>
                  </a:moveTo>
                  <a:cubicBezTo>
                    <a:pt x="53" y="1"/>
                    <a:pt x="0" y="81"/>
                    <a:pt x="0" y="187"/>
                  </a:cubicBezTo>
                  <a:cubicBezTo>
                    <a:pt x="0" y="280"/>
                    <a:pt x="53" y="360"/>
                    <a:pt x="120" y="360"/>
                  </a:cubicBezTo>
                  <a:cubicBezTo>
                    <a:pt x="186" y="360"/>
                    <a:pt x="240" y="280"/>
                    <a:pt x="240" y="187"/>
                  </a:cubicBezTo>
                  <a:cubicBezTo>
                    <a:pt x="240" y="81"/>
                    <a:pt x="186" y="1"/>
                    <a:pt x="120" y="1"/>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79"/>
            <p:cNvSpPr/>
            <p:nvPr/>
          </p:nvSpPr>
          <p:spPr>
            <a:xfrm>
              <a:off x="5050575" y="1890075"/>
              <a:ext cx="6000" cy="9000"/>
            </a:xfrm>
            <a:custGeom>
              <a:avLst/>
              <a:gdLst/>
              <a:ahLst/>
              <a:cxnLst/>
              <a:rect l="l" t="t" r="r" b="b"/>
              <a:pathLst>
                <a:path w="240" h="360" extrusionOk="0">
                  <a:moveTo>
                    <a:pt x="120" y="1"/>
                  </a:moveTo>
                  <a:cubicBezTo>
                    <a:pt x="54" y="1"/>
                    <a:pt x="0" y="81"/>
                    <a:pt x="0" y="187"/>
                  </a:cubicBezTo>
                  <a:cubicBezTo>
                    <a:pt x="0" y="280"/>
                    <a:pt x="54" y="360"/>
                    <a:pt x="120" y="360"/>
                  </a:cubicBezTo>
                  <a:cubicBezTo>
                    <a:pt x="187" y="360"/>
                    <a:pt x="240" y="280"/>
                    <a:pt x="240" y="187"/>
                  </a:cubicBezTo>
                  <a:cubicBezTo>
                    <a:pt x="240" y="81"/>
                    <a:pt x="187" y="1"/>
                    <a:pt x="120" y="1"/>
                  </a:cubicBezTo>
                  <a:close/>
                </a:path>
              </a:pathLst>
            </a:custGeom>
            <a:solidFill>
              <a:srgbClr val="44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79"/>
            <p:cNvSpPr/>
            <p:nvPr/>
          </p:nvSpPr>
          <p:spPr>
            <a:xfrm>
              <a:off x="5037950" y="1890075"/>
              <a:ext cx="6675" cy="15650"/>
            </a:xfrm>
            <a:custGeom>
              <a:avLst/>
              <a:gdLst/>
              <a:ahLst/>
              <a:cxnLst/>
              <a:rect l="l" t="t" r="r" b="b"/>
              <a:pathLst>
                <a:path w="267" h="626" fill="none" extrusionOk="0">
                  <a:moveTo>
                    <a:pt x="40" y="1"/>
                  </a:moveTo>
                  <a:lnTo>
                    <a:pt x="0" y="626"/>
                  </a:lnTo>
                  <a:lnTo>
                    <a:pt x="266" y="573"/>
                  </a:lnTo>
                </a:path>
              </a:pathLst>
            </a:custGeom>
            <a:noFill/>
            <a:ln w="2000" cap="flat" cmpd="sng">
              <a:solidFill>
                <a:srgbClr val="DB4646"/>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79"/>
            <p:cNvSpPr/>
            <p:nvPr/>
          </p:nvSpPr>
          <p:spPr>
            <a:xfrm>
              <a:off x="5026650" y="1910350"/>
              <a:ext cx="27275" cy="7000"/>
            </a:xfrm>
            <a:custGeom>
              <a:avLst/>
              <a:gdLst/>
              <a:ahLst/>
              <a:cxnLst/>
              <a:rect l="l" t="t" r="r" b="b"/>
              <a:pathLst>
                <a:path w="1091" h="280" fill="none" extrusionOk="0">
                  <a:moveTo>
                    <a:pt x="0" y="1"/>
                  </a:moveTo>
                  <a:cubicBezTo>
                    <a:pt x="0" y="1"/>
                    <a:pt x="585" y="280"/>
                    <a:pt x="1090" y="1"/>
                  </a:cubicBezTo>
                </a:path>
              </a:pathLst>
            </a:custGeom>
            <a:noFill/>
            <a:ln w="2000" cap="flat" cmpd="sng">
              <a:solidFill>
                <a:srgbClr val="DB4646"/>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79"/>
            <p:cNvSpPr/>
            <p:nvPr/>
          </p:nvSpPr>
          <p:spPr>
            <a:xfrm>
              <a:off x="5040925" y="1946925"/>
              <a:ext cx="58200" cy="146225"/>
            </a:xfrm>
            <a:custGeom>
              <a:avLst/>
              <a:gdLst/>
              <a:ahLst/>
              <a:cxnLst/>
              <a:rect l="l" t="t" r="r" b="b"/>
              <a:pathLst>
                <a:path w="2328" h="5849" extrusionOk="0">
                  <a:moveTo>
                    <a:pt x="1330" y="0"/>
                  </a:moveTo>
                  <a:lnTo>
                    <a:pt x="1" y="5849"/>
                  </a:lnTo>
                  <a:lnTo>
                    <a:pt x="985" y="5118"/>
                  </a:lnTo>
                  <a:cubicBezTo>
                    <a:pt x="1383" y="4825"/>
                    <a:pt x="1490" y="4280"/>
                    <a:pt x="1250" y="3855"/>
                  </a:cubicBezTo>
                  <a:lnTo>
                    <a:pt x="1184" y="3735"/>
                  </a:lnTo>
                  <a:lnTo>
                    <a:pt x="1756" y="3164"/>
                  </a:lnTo>
                  <a:cubicBezTo>
                    <a:pt x="2221" y="2672"/>
                    <a:pt x="2327" y="1954"/>
                    <a:pt x="2021" y="1356"/>
                  </a:cubicBezTo>
                  <a:lnTo>
                    <a:pt x="1330" y="0"/>
                  </a:lnTo>
                  <a:close/>
                </a:path>
              </a:pathLst>
            </a:custGeom>
            <a:solidFill>
              <a:srgbClr val="EBCE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79"/>
            <p:cNvSpPr/>
            <p:nvPr/>
          </p:nvSpPr>
          <p:spPr>
            <a:xfrm>
              <a:off x="4982775" y="1946925"/>
              <a:ext cx="58175" cy="146225"/>
            </a:xfrm>
            <a:custGeom>
              <a:avLst/>
              <a:gdLst/>
              <a:ahLst/>
              <a:cxnLst/>
              <a:rect l="l" t="t" r="r" b="b"/>
              <a:pathLst>
                <a:path w="2327" h="5849" extrusionOk="0">
                  <a:moveTo>
                    <a:pt x="998" y="0"/>
                  </a:moveTo>
                  <a:lnTo>
                    <a:pt x="306" y="1356"/>
                  </a:lnTo>
                  <a:cubicBezTo>
                    <a:pt x="1" y="1954"/>
                    <a:pt x="107" y="2672"/>
                    <a:pt x="572" y="3164"/>
                  </a:cubicBezTo>
                  <a:lnTo>
                    <a:pt x="1144" y="3735"/>
                  </a:lnTo>
                  <a:lnTo>
                    <a:pt x="1091" y="3855"/>
                  </a:lnTo>
                  <a:cubicBezTo>
                    <a:pt x="838" y="4280"/>
                    <a:pt x="944" y="4825"/>
                    <a:pt x="1343" y="5118"/>
                  </a:cubicBezTo>
                  <a:lnTo>
                    <a:pt x="2327" y="5849"/>
                  </a:lnTo>
                  <a:lnTo>
                    <a:pt x="998" y="0"/>
                  </a:lnTo>
                  <a:close/>
                </a:path>
              </a:pathLst>
            </a:custGeom>
            <a:solidFill>
              <a:srgbClr val="EBCE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79"/>
            <p:cNvSpPr/>
            <p:nvPr/>
          </p:nvSpPr>
          <p:spPr>
            <a:xfrm>
              <a:off x="4989425" y="1989125"/>
              <a:ext cx="48200" cy="88425"/>
            </a:xfrm>
            <a:custGeom>
              <a:avLst/>
              <a:gdLst/>
              <a:ahLst/>
              <a:cxnLst/>
              <a:rect l="l" t="t" r="r" b="b"/>
              <a:pathLst>
                <a:path w="1928" h="3537" extrusionOk="0">
                  <a:moveTo>
                    <a:pt x="333" y="0"/>
                  </a:moveTo>
                  <a:cubicBezTo>
                    <a:pt x="147" y="0"/>
                    <a:pt x="0" y="133"/>
                    <a:pt x="0" y="319"/>
                  </a:cubicBezTo>
                  <a:lnTo>
                    <a:pt x="0" y="3217"/>
                  </a:lnTo>
                  <a:cubicBezTo>
                    <a:pt x="0" y="3390"/>
                    <a:pt x="147" y="3536"/>
                    <a:pt x="333" y="3536"/>
                  </a:cubicBezTo>
                  <a:lnTo>
                    <a:pt x="1596" y="3536"/>
                  </a:lnTo>
                  <a:cubicBezTo>
                    <a:pt x="1782" y="3536"/>
                    <a:pt x="1928" y="3390"/>
                    <a:pt x="1928" y="3217"/>
                  </a:cubicBezTo>
                  <a:lnTo>
                    <a:pt x="1928" y="319"/>
                  </a:lnTo>
                  <a:cubicBezTo>
                    <a:pt x="1928" y="133"/>
                    <a:pt x="1782" y="0"/>
                    <a:pt x="1596" y="0"/>
                  </a:cubicBezTo>
                  <a:close/>
                </a:path>
              </a:pathLst>
            </a:custGeom>
            <a:solidFill>
              <a:srgbClr val="FFF0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79"/>
            <p:cNvSpPr/>
            <p:nvPr/>
          </p:nvSpPr>
          <p:spPr>
            <a:xfrm>
              <a:off x="4995075" y="1996100"/>
              <a:ext cx="7000" cy="7000"/>
            </a:xfrm>
            <a:custGeom>
              <a:avLst/>
              <a:gdLst/>
              <a:ahLst/>
              <a:cxnLst/>
              <a:rect l="l" t="t" r="r" b="b"/>
              <a:pathLst>
                <a:path w="280" h="280" fill="none" extrusionOk="0">
                  <a:moveTo>
                    <a:pt x="280" y="133"/>
                  </a:moveTo>
                  <a:cubicBezTo>
                    <a:pt x="280" y="213"/>
                    <a:pt x="226" y="280"/>
                    <a:pt x="147" y="280"/>
                  </a:cubicBezTo>
                  <a:cubicBezTo>
                    <a:pt x="67" y="280"/>
                    <a:pt x="0" y="213"/>
                    <a:pt x="0" y="133"/>
                  </a:cubicBezTo>
                  <a:cubicBezTo>
                    <a:pt x="0" y="67"/>
                    <a:pt x="67" y="0"/>
                    <a:pt x="147" y="0"/>
                  </a:cubicBezTo>
                  <a:cubicBezTo>
                    <a:pt x="226" y="0"/>
                    <a:pt x="280" y="67"/>
                    <a:pt x="280" y="133"/>
                  </a:cubicBezTo>
                  <a:close/>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79"/>
            <p:cNvSpPr/>
            <p:nvPr/>
          </p:nvSpPr>
          <p:spPr>
            <a:xfrm>
              <a:off x="4962500" y="2014300"/>
              <a:ext cx="55850" cy="87850"/>
            </a:xfrm>
            <a:custGeom>
              <a:avLst/>
              <a:gdLst/>
              <a:ahLst/>
              <a:cxnLst/>
              <a:rect l="l" t="t" r="r" b="b"/>
              <a:pathLst>
                <a:path w="2234" h="3514" extrusionOk="0">
                  <a:moveTo>
                    <a:pt x="1767" y="0"/>
                  </a:moveTo>
                  <a:cubicBezTo>
                    <a:pt x="1601" y="0"/>
                    <a:pt x="914" y="915"/>
                    <a:pt x="785" y="1133"/>
                  </a:cubicBezTo>
                  <a:cubicBezTo>
                    <a:pt x="652" y="1373"/>
                    <a:pt x="466" y="2263"/>
                    <a:pt x="466" y="2263"/>
                  </a:cubicBezTo>
                  <a:lnTo>
                    <a:pt x="1" y="2888"/>
                  </a:lnTo>
                  <a:cubicBezTo>
                    <a:pt x="1" y="2888"/>
                    <a:pt x="769" y="3513"/>
                    <a:pt x="785" y="3513"/>
                  </a:cubicBezTo>
                  <a:cubicBezTo>
                    <a:pt x="785" y="3513"/>
                    <a:pt x="785" y="3513"/>
                    <a:pt x="785" y="3513"/>
                  </a:cubicBezTo>
                  <a:cubicBezTo>
                    <a:pt x="785" y="3486"/>
                    <a:pt x="1051" y="2755"/>
                    <a:pt x="1051" y="2755"/>
                  </a:cubicBezTo>
                  <a:cubicBezTo>
                    <a:pt x="1463" y="2529"/>
                    <a:pt x="1596" y="1772"/>
                    <a:pt x="1596" y="1772"/>
                  </a:cubicBezTo>
                  <a:cubicBezTo>
                    <a:pt x="1596" y="1772"/>
                    <a:pt x="2194" y="1599"/>
                    <a:pt x="2181" y="1506"/>
                  </a:cubicBezTo>
                  <a:cubicBezTo>
                    <a:pt x="2175" y="1486"/>
                    <a:pt x="2139" y="1478"/>
                    <a:pt x="2086" y="1478"/>
                  </a:cubicBezTo>
                  <a:cubicBezTo>
                    <a:pt x="1887" y="1478"/>
                    <a:pt x="1450" y="1585"/>
                    <a:pt x="1450" y="1585"/>
                  </a:cubicBezTo>
                  <a:cubicBezTo>
                    <a:pt x="1450" y="1585"/>
                    <a:pt x="2234" y="1040"/>
                    <a:pt x="2181" y="974"/>
                  </a:cubicBezTo>
                  <a:cubicBezTo>
                    <a:pt x="2177" y="971"/>
                    <a:pt x="2171" y="969"/>
                    <a:pt x="2163" y="969"/>
                  </a:cubicBezTo>
                  <a:cubicBezTo>
                    <a:pt x="2032" y="969"/>
                    <a:pt x="1370" y="1359"/>
                    <a:pt x="1370" y="1359"/>
                  </a:cubicBezTo>
                  <a:cubicBezTo>
                    <a:pt x="1370" y="1359"/>
                    <a:pt x="2181" y="721"/>
                    <a:pt x="2088" y="588"/>
                  </a:cubicBezTo>
                  <a:cubicBezTo>
                    <a:pt x="2080" y="578"/>
                    <a:pt x="2067" y="574"/>
                    <a:pt x="2050" y="574"/>
                  </a:cubicBezTo>
                  <a:cubicBezTo>
                    <a:pt x="1868" y="574"/>
                    <a:pt x="1210" y="1120"/>
                    <a:pt x="1210" y="1120"/>
                  </a:cubicBezTo>
                  <a:cubicBezTo>
                    <a:pt x="1210" y="1120"/>
                    <a:pt x="1928" y="70"/>
                    <a:pt x="1782" y="4"/>
                  </a:cubicBezTo>
                  <a:cubicBezTo>
                    <a:pt x="1778" y="1"/>
                    <a:pt x="1773" y="0"/>
                    <a:pt x="1767" y="0"/>
                  </a:cubicBez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79"/>
            <p:cNvSpPr/>
            <p:nvPr/>
          </p:nvSpPr>
          <p:spPr>
            <a:xfrm>
              <a:off x="4808300" y="2000425"/>
              <a:ext cx="188450" cy="273450"/>
            </a:xfrm>
            <a:custGeom>
              <a:avLst/>
              <a:gdLst/>
              <a:ahLst/>
              <a:cxnLst/>
              <a:rect l="l" t="t" r="r" b="b"/>
              <a:pathLst>
                <a:path w="7538" h="10938" extrusionOk="0">
                  <a:moveTo>
                    <a:pt x="4919" y="0"/>
                  </a:moveTo>
                  <a:cubicBezTo>
                    <a:pt x="4241" y="691"/>
                    <a:pt x="1689" y="4839"/>
                    <a:pt x="838" y="6673"/>
                  </a:cubicBezTo>
                  <a:cubicBezTo>
                    <a:pt x="1" y="8521"/>
                    <a:pt x="453" y="10289"/>
                    <a:pt x="2088" y="10834"/>
                  </a:cubicBezTo>
                  <a:cubicBezTo>
                    <a:pt x="2302" y="10904"/>
                    <a:pt x="2513" y="10938"/>
                    <a:pt x="2720" y="10938"/>
                  </a:cubicBezTo>
                  <a:cubicBezTo>
                    <a:pt x="3929" y="10938"/>
                    <a:pt x="5014" y="9798"/>
                    <a:pt x="5876" y="8096"/>
                  </a:cubicBezTo>
                  <a:cubicBezTo>
                    <a:pt x="6887" y="6102"/>
                    <a:pt x="7538" y="4068"/>
                    <a:pt x="7538" y="4068"/>
                  </a:cubicBezTo>
                  <a:lnTo>
                    <a:pt x="6169" y="2911"/>
                  </a:lnTo>
                  <a:lnTo>
                    <a:pt x="5278" y="4068"/>
                  </a:lnTo>
                  <a:lnTo>
                    <a:pt x="4919" y="0"/>
                  </a:ln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79"/>
            <p:cNvSpPr/>
            <p:nvPr/>
          </p:nvSpPr>
          <p:spPr>
            <a:xfrm>
              <a:off x="4860475" y="2073200"/>
              <a:ext cx="102050" cy="122325"/>
            </a:xfrm>
            <a:custGeom>
              <a:avLst/>
              <a:gdLst/>
              <a:ahLst/>
              <a:cxnLst/>
              <a:rect l="l" t="t" r="r" b="b"/>
              <a:pathLst>
                <a:path w="4082" h="4893" fill="none" extrusionOk="0">
                  <a:moveTo>
                    <a:pt x="4082" y="0"/>
                  </a:moveTo>
                  <a:lnTo>
                    <a:pt x="1" y="4892"/>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79"/>
            <p:cNvSpPr/>
            <p:nvPr/>
          </p:nvSpPr>
          <p:spPr>
            <a:xfrm>
              <a:off x="4860475" y="2152625"/>
              <a:ext cx="36575" cy="12975"/>
            </a:xfrm>
            <a:custGeom>
              <a:avLst/>
              <a:gdLst/>
              <a:ahLst/>
              <a:cxnLst/>
              <a:rect l="l" t="t" r="r" b="b"/>
              <a:pathLst>
                <a:path w="1463" h="519" fill="none" extrusionOk="0">
                  <a:moveTo>
                    <a:pt x="1" y="519"/>
                  </a:moveTo>
                  <a:lnTo>
                    <a:pt x="1463" y="0"/>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79"/>
            <p:cNvSpPr/>
            <p:nvPr/>
          </p:nvSpPr>
          <p:spPr>
            <a:xfrm>
              <a:off x="4933925" y="2030000"/>
              <a:ext cx="6350" cy="72125"/>
            </a:xfrm>
            <a:custGeom>
              <a:avLst/>
              <a:gdLst/>
              <a:ahLst/>
              <a:cxnLst/>
              <a:rect l="l" t="t" r="r" b="b"/>
              <a:pathLst>
                <a:path w="254" h="2885" fill="none" extrusionOk="0">
                  <a:moveTo>
                    <a:pt x="1" y="0"/>
                  </a:moveTo>
                  <a:lnTo>
                    <a:pt x="253" y="2885"/>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79"/>
            <p:cNvSpPr/>
            <p:nvPr/>
          </p:nvSpPr>
          <p:spPr>
            <a:xfrm>
              <a:off x="5040925" y="2098125"/>
              <a:ext cx="25" cy="99375"/>
            </a:xfrm>
            <a:custGeom>
              <a:avLst/>
              <a:gdLst/>
              <a:ahLst/>
              <a:cxnLst/>
              <a:rect l="l" t="t" r="r" b="b"/>
              <a:pathLst>
                <a:path w="1" h="3975" fill="none" extrusionOk="0">
                  <a:moveTo>
                    <a:pt x="1" y="0"/>
                  </a:moveTo>
                  <a:lnTo>
                    <a:pt x="1" y="3975"/>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79"/>
            <p:cNvSpPr/>
            <p:nvPr/>
          </p:nvSpPr>
          <p:spPr>
            <a:xfrm>
              <a:off x="5071175" y="2154625"/>
              <a:ext cx="145250" cy="121975"/>
            </a:xfrm>
            <a:custGeom>
              <a:avLst/>
              <a:gdLst/>
              <a:ahLst/>
              <a:cxnLst/>
              <a:rect l="l" t="t" r="r" b="b"/>
              <a:pathLst>
                <a:path w="5810" h="4879" extrusionOk="0">
                  <a:moveTo>
                    <a:pt x="1" y="0"/>
                  </a:moveTo>
                  <a:lnTo>
                    <a:pt x="1" y="4879"/>
                  </a:lnTo>
                  <a:lnTo>
                    <a:pt x="5810" y="4879"/>
                  </a:lnTo>
                  <a:lnTo>
                    <a:pt x="5810" y="1050"/>
                  </a:lnTo>
                  <a:lnTo>
                    <a:pt x="1981" y="1050"/>
                  </a:lnTo>
                  <a:lnTo>
                    <a:pt x="1596" y="0"/>
                  </a:lnTo>
                  <a:close/>
                </a:path>
              </a:pathLst>
            </a:custGeom>
            <a:solidFill>
              <a:srgbClr val="536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79"/>
            <p:cNvSpPr/>
            <p:nvPr/>
          </p:nvSpPr>
          <p:spPr>
            <a:xfrm>
              <a:off x="5190475" y="2184850"/>
              <a:ext cx="25" cy="87425"/>
            </a:xfrm>
            <a:custGeom>
              <a:avLst/>
              <a:gdLst/>
              <a:ahLst/>
              <a:cxnLst/>
              <a:rect l="l" t="t" r="r" b="b"/>
              <a:pathLst>
                <a:path w="1" h="3497" fill="none" extrusionOk="0">
                  <a:moveTo>
                    <a:pt x="1" y="1"/>
                  </a:moveTo>
                  <a:lnTo>
                    <a:pt x="1" y="3497"/>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79"/>
            <p:cNvSpPr/>
            <p:nvPr/>
          </p:nvSpPr>
          <p:spPr>
            <a:xfrm>
              <a:off x="5104400" y="1718350"/>
              <a:ext cx="203100" cy="184725"/>
            </a:xfrm>
            <a:custGeom>
              <a:avLst/>
              <a:gdLst/>
              <a:ahLst/>
              <a:cxnLst/>
              <a:rect l="l" t="t" r="r" b="b"/>
              <a:pathLst>
                <a:path w="8124" h="7389" extrusionOk="0">
                  <a:moveTo>
                    <a:pt x="4057" y="1"/>
                  </a:moveTo>
                  <a:cubicBezTo>
                    <a:pt x="3112" y="1"/>
                    <a:pt x="2168" y="363"/>
                    <a:pt x="1450" y="1087"/>
                  </a:cubicBezTo>
                  <a:cubicBezTo>
                    <a:pt x="1" y="2523"/>
                    <a:pt x="1" y="4863"/>
                    <a:pt x="1450" y="6312"/>
                  </a:cubicBezTo>
                  <a:cubicBezTo>
                    <a:pt x="2168" y="7029"/>
                    <a:pt x="3112" y="7388"/>
                    <a:pt x="4057" y="7388"/>
                  </a:cubicBezTo>
                  <a:cubicBezTo>
                    <a:pt x="5002" y="7388"/>
                    <a:pt x="5950" y="7029"/>
                    <a:pt x="6674" y="6312"/>
                  </a:cubicBezTo>
                  <a:cubicBezTo>
                    <a:pt x="8123" y="4863"/>
                    <a:pt x="8123" y="2523"/>
                    <a:pt x="6674" y="1087"/>
                  </a:cubicBezTo>
                  <a:cubicBezTo>
                    <a:pt x="5950" y="363"/>
                    <a:pt x="5002" y="1"/>
                    <a:pt x="4057" y="1"/>
                  </a:cubicBezTo>
                  <a:close/>
                </a:path>
              </a:pathLst>
            </a:custGeom>
            <a:solidFill>
              <a:srgbClr val="3D48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79"/>
            <p:cNvSpPr/>
            <p:nvPr/>
          </p:nvSpPr>
          <p:spPr>
            <a:xfrm>
              <a:off x="5123025" y="1735300"/>
              <a:ext cx="165850" cy="151075"/>
            </a:xfrm>
            <a:custGeom>
              <a:avLst/>
              <a:gdLst/>
              <a:ahLst/>
              <a:cxnLst/>
              <a:rect l="l" t="t" r="r" b="b"/>
              <a:pathLst>
                <a:path w="6634" h="6043" extrusionOk="0">
                  <a:moveTo>
                    <a:pt x="3317" y="1"/>
                  </a:moveTo>
                  <a:cubicBezTo>
                    <a:pt x="2546" y="1"/>
                    <a:pt x="1775" y="296"/>
                    <a:pt x="1183" y="888"/>
                  </a:cubicBezTo>
                  <a:cubicBezTo>
                    <a:pt x="0" y="2058"/>
                    <a:pt x="0" y="3972"/>
                    <a:pt x="1183" y="5155"/>
                  </a:cubicBezTo>
                  <a:cubicBezTo>
                    <a:pt x="1775" y="5747"/>
                    <a:pt x="2546" y="6042"/>
                    <a:pt x="3317" y="6042"/>
                  </a:cubicBezTo>
                  <a:cubicBezTo>
                    <a:pt x="4088" y="6042"/>
                    <a:pt x="4859" y="5747"/>
                    <a:pt x="5451" y="5155"/>
                  </a:cubicBezTo>
                  <a:cubicBezTo>
                    <a:pt x="6634" y="3972"/>
                    <a:pt x="6634" y="2058"/>
                    <a:pt x="5451" y="888"/>
                  </a:cubicBezTo>
                  <a:cubicBezTo>
                    <a:pt x="4859" y="296"/>
                    <a:pt x="4088" y="1"/>
                    <a:pt x="3317" y="1"/>
                  </a:cubicBezTo>
                  <a:close/>
                </a:path>
              </a:pathLst>
            </a:custGeom>
            <a:solidFill>
              <a:srgbClr val="FFF0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79"/>
            <p:cNvSpPr/>
            <p:nvPr/>
          </p:nvSpPr>
          <p:spPr>
            <a:xfrm>
              <a:off x="5202125" y="1742525"/>
              <a:ext cx="7650" cy="7675"/>
            </a:xfrm>
            <a:custGeom>
              <a:avLst/>
              <a:gdLst/>
              <a:ahLst/>
              <a:cxnLst/>
              <a:rect l="l" t="t" r="r" b="b"/>
              <a:pathLst>
                <a:path w="306" h="307" extrusionOk="0">
                  <a:moveTo>
                    <a:pt x="146" y="1"/>
                  </a:moveTo>
                  <a:cubicBezTo>
                    <a:pt x="67" y="1"/>
                    <a:pt x="0" y="67"/>
                    <a:pt x="0" y="160"/>
                  </a:cubicBezTo>
                  <a:cubicBezTo>
                    <a:pt x="0" y="240"/>
                    <a:pt x="67" y="307"/>
                    <a:pt x="146" y="307"/>
                  </a:cubicBezTo>
                  <a:cubicBezTo>
                    <a:pt x="226" y="307"/>
                    <a:pt x="306" y="240"/>
                    <a:pt x="306" y="160"/>
                  </a:cubicBezTo>
                  <a:cubicBezTo>
                    <a:pt x="306" y="67"/>
                    <a:pt x="226" y="1"/>
                    <a:pt x="146" y="1"/>
                  </a:cubicBez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79"/>
            <p:cNvSpPr/>
            <p:nvPr/>
          </p:nvSpPr>
          <p:spPr>
            <a:xfrm>
              <a:off x="5202125" y="1871150"/>
              <a:ext cx="7650" cy="7650"/>
            </a:xfrm>
            <a:custGeom>
              <a:avLst/>
              <a:gdLst/>
              <a:ahLst/>
              <a:cxnLst/>
              <a:rect l="l" t="t" r="r" b="b"/>
              <a:pathLst>
                <a:path w="306" h="306" extrusionOk="0">
                  <a:moveTo>
                    <a:pt x="146" y="0"/>
                  </a:moveTo>
                  <a:cubicBezTo>
                    <a:pt x="67" y="0"/>
                    <a:pt x="0" y="67"/>
                    <a:pt x="0" y="160"/>
                  </a:cubicBezTo>
                  <a:cubicBezTo>
                    <a:pt x="0" y="239"/>
                    <a:pt x="67" y="306"/>
                    <a:pt x="146" y="306"/>
                  </a:cubicBezTo>
                  <a:cubicBezTo>
                    <a:pt x="226" y="306"/>
                    <a:pt x="306" y="239"/>
                    <a:pt x="306" y="160"/>
                  </a:cubicBezTo>
                  <a:cubicBezTo>
                    <a:pt x="306" y="67"/>
                    <a:pt x="226" y="0"/>
                    <a:pt x="146" y="0"/>
                  </a:cubicBez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79"/>
            <p:cNvSpPr/>
            <p:nvPr/>
          </p:nvSpPr>
          <p:spPr>
            <a:xfrm>
              <a:off x="5169225" y="1751375"/>
              <a:ext cx="8650" cy="7600"/>
            </a:xfrm>
            <a:custGeom>
              <a:avLst/>
              <a:gdLst/>
              <a:ahLst/>
              <a:cxnLst/>
              <a:rect l="l" t="t" r="r" b="b"/>
              <a:pathLst>
                <a:path w="346" h="304" extrusionOk="0">
                  <a:moveTo>
                    <a:pt x="176" y="0"/>
                  </a:moveTo>
                  <a:cubicBezTo>
                    <a:pt x="152" y="0"/>
                    <a:pt x="128" y="6"/>
                    <a:pt x="106" y="19"/>
                  </a:cubicBezTo>
                  <a:cubicBezTo>
                    <a:pt x="27" y="59"/>
                    <a:pt x="0" y="152"/>
                    <a:pt x="53" y="232"/>
                  </a:cubicBezTo>
                  <a:cubicBezTo>
                    <a:pt x="80" y="277"/>
                    <a:pt x="132" y="304"/>
                    <a:pt x="183" y="304"/>
                  </a:cubicBezTo>
                  <a:cubicBezTo>
                    <a:pt x="207" y="304"/>
                    <a:pt x="231" y="298"/>
                    <a:pt x="253" y="285"/>
                  </a:cubicBezTo>
                  <a:cubicBezTo>
                    <a:pt x="319" y="245"/>
                    <a:pt x="346" y="152"/>
                    <a:pt x="306" y="72"/>
                  </a:cubicBezTo>
                  <a:cubicBezTo>
                    <a:pt x="279" y="27"/>
                    <a:pt x="227" y="0"/>
                    <a:pt x="176" y="0"/>
                  </a:cubicBez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79"/>
            <p:cNvSpPr/>
            <p:nvPr/>
          </p:nvSpPr>
          <p:spPr>
            <a:xfrm>
              <a:off x="5233675" y="1862700"/>
              <a:ext cx="8675" cy="7600"/>
            </a:xfrm>
            <a:custGeom>
              <a:avLst/>
              <a:gdLst/>
              <a:ahLst/>
              <a:cxnLst/>
              <a:rect l="l" t="t" r="r" b="b"/>
              <a:pathLst>
                <a:path w="347" h="304" extrusionOk="0">
                  <a:moveTo>
                    <a:pt x="170" y="1"/>
                  </a:moveTo>
                  <a:cubicBezTo>
                    <a:pt x="145" y="1"/>
                    <a:pt x="119" y="7"/>
                    <a:pt x="94" y="19"/>
                  </a:cubicBezTo>
                  <a:cubicBezTo>
                    <a:pt x="28" y="72"/>
                    <a:pt x="1" y="152"/>
                    <a:pt x="41" y="232"/>
                  </a:cubicBezTo>
                  <a:cubicBezTo>
                    <a:pt x="68" y="277"/>
                    <a:pt x="120" y="304"/>
                    <a:pt x="175" y="304"/>
                  </a:cubicBezTo>
                  <a:cubicBezTo>
                    <a:pt x="201" y="304"/>
                    <a:pt x="228" y="298"/>
                    <a:pt x="254" y="285"/>
                  </a:cubicBezTo>
                  <a:cubicBezTo>
                    <a:pt x="320" y="245"/>
                    <a:pt x="347" y="152"/>
                    <a:pt x="307" y="86"/>
                  </a:cubicBezTo>
                  <a:cubicBezTo>
                    <a:pt x="279" y="31"/>
                    <a:pt x="226" y="1"/>
                    <a:pt x="170" y="1"/>
                  </a:cubicBez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79"/>
            <p:cNvSpPr/>
            <p:nvPr/>
          </p:nvSpPr>
          <p:spPr>
            <a:xfrm>
              <a:off x="5145950" y="1775075"/>
              <a:ext cx="8675" cy="7500"/>
            </a:xfrm>
            <a:custGeom>
              <a:avLst/>
              <a:gdLst/>
              <a:ahLst/>
              <a:cxnLst/>
              <a:rect l="l" t="t" r="r" b="b"/>
              <a:pathLst>
                <a:path w="347" h="300" extrusionOk="0">
                  <a:moveTo>
                    <a:pt x="163" y="0"/>
                  </a:moveTo>
                  <a:cubicBezTo>
                    <a:pt x="114" y="0"/>
                    <a:pt x="66" y="30"/>
                    <a:pt x="40" y="81"/>
                  </a:cubicBezTo>
                  <a:cubicBezTo>
                    <a:pt x="1" y="148"/>
                    <a:pt x="27" y="241"/>
                    <a:pt x="94" y="281"/>
                  </a:cubicBezTo>
                  <a:cubicBezTo>
                    <a:pt x="115" y="293"/>
                    <a:pt x="139" y="299"/>
                    <a:pt x="163" y="299"/>
                  </a:cubicBezTo>
                  <a:cubicBezTo>
                    <a:pt x="214" y="299"/>
                    <a:pt x="266" y="273"/>
                    <a:pt x="293" y="228"/>
                  </a:cubicBezTo>
                  <a:cubicBezTo>
                    <a:pt x="346" y="161"/>
                    <a:pt x="320" y="68"/>
                    <a:pt x="240" y="28"/>
                  </a:cubicBezTo>
                  <a:cubicBezTo>
                    <a:pt x="216" y="9"/>
                    <a:pt x="189" y="0"/>
                    <a:pt x="163" y="0"/>
                  </a:cubicBez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79"/>
            <p:cNvSpPr/>
            <p:nvPr/>
          </p:nvSpPr>
          <p:spPr>
            <a:xfrm>
              <a:off x="5257275" y="1839425"/>
              <a:ext cx="8675" cy="7600"/>
            </a:xfrm>
            <a:custGeom>
              <a:avLst/>
              <a:gdLst/>
              <a:ahLst/>
              <a:cxnLst/>
              <a:rect l="l" t="t" r="r" b="b"/>
              <a:pathLst>
                <a:path w="347" h="304" extrusionOk="0">
                  <a:moveTo>
                    <a:pt x="175" y="1"/>
                  </a:moveTo>
                  <a:cubicBezTo>
                    <a:pt x="119" y="1"/>
                    <a:pt x="68" y="28"/>
                    <a:pt x="41" y="73"/>
                  </a:cubicBezTo>
                  <a:cubicBezTo>
                    <a:pt x="1" y="153"/>
                    <a:pt x="27" y="246"/>
                    <a:pt x="94" y="286"/>
                  </a:cubicBezTo>
                  <a:cubicBezTo>
                    <a:pt x="119" y="298"/>
                    <a:pt x="144" y="304"/>
                    <a:pt x="170" y="304"/>
                  </a:cubicBezTo>
                  <a:cubicBezTo>
                    <a:pt x="226" y="304"/>
                    <a:pt x="279" y="274"/>
                    <a:pt x="307" y="219"/>
                  </a:cubicBezTo>
                  <a:cubicBezTo>
                    <a:pt x="346" y="153"/>
                    <a:pt x="320" y="60"/>
                    <a:pt x="253" y="20"/>
                  </a:cubicBezTo>
                  <a:cubicBezTo>
                    <a:pt x="228" y="7"/>
                    <a:pt x="201" y="1"/>
                    <a:pt x="175" y="1"/>
                  </a:cubicBez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79"/>
            <p:cNvSpPr/>
            <p:nvPr/>
          </p:nvSpPr>
          <p:spPr>
            <a:xfrm>
              <a:off x="5137975" y="1807325"/>
              <a:ext cx="7325" cy="7675"/>
            </a:xfrm>
            <a:custGeom>
              <a:avLst/>
              <a:gdLst/>
              <a:ahLst/>
              <a:cxnLst/>
              <a:rect l="l" t="t" r="r" b="b"/>
              <a:pathLst>
                <a:path w="293" h="307" extrusionOk="0">
                  <a:moveTo>
                    <a:pt x="147" y="1"/>
                  </a:moveTo>
                  <a:cubicBezTo>
                    <a:pt x="67" y="1"/>
                    <a:pt x="1" y="67"/>
                    <a:pt x="1" y="147"/>
                  </a:cubicBezTo>
                  <a:cubicBezTo>
                    <a:pt x="1" y="240"/>
                    <a:pt x="67" y="307"/>
                    <a:pt x="147" y="307"/>
                  </a:cubicBezTo>
                  <a:cubicBezTo>
                    <a:pt x="227" y="307"/>
                    <a:pt x="293" y="240"/>
                    <a:pt x="293" y="147"/>
                  </a:cubicBezTo>
                  <a:cubicBezTo>
                    <a:pt x="293" y="67"/>
                    <a:pt x="227" y="1"/>
                    <a:pt x="147" y="1"/>
                  </a:cubicBez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79"/>
            <p:cNvSpPr/>
            <p:nvPr/>
          </p:nvSpPr>
          <p:spPr>
            <a:xfrm>
              <a:off x="5266575" y="1807325"/>
              <a:ext cx="7350" cy="7675"/>
            </a:xfrm>
            <a:custGeom>
              <a:avLst/>
              <a:gdLst/>
              <a:ahLst/>
              <a:cxnLst/>
              <a:rect l="l" t="t" r="r" b="b"/>
              <a:pathLst>
                <a:path w="294" h="307" extrusionOk="0">
                  <a:moveTo>
                    <a:pt x="147" y="1"/>
                  </a:moveTo>
                  <a:cubicBezTo>
                    <a:pt x="67" y="1"/>
                    <a:pt x="1" y="67"/>
                    <a:pt x="1" y="147"/>
                  </a:cubicBezTo>
                  <a:cubicBezTo>
                    <a:pt x="1" y="240"/>
                    <a:pt x="67" y="307"/>
                    <a:pt x="147" y="307"/>
                  </a:cubicBezTo>
                  <a:cubicBezTo>
                    <a:pt x="227" y="307"/>
                    <a:pt x="293" y="240"/>
                    <a:pt x="293" y="147"/>
                  </a:cubicBezTo>
                  <a:cubicBezTo>
                    <a:pt x="293" y="67"/>
                    <a:pt x="227" y="1"/>
                    <a:pt x="147" y="1"/>
                  </a:cubicBez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79"/>
            <p:cNvSpPr/>
            <p:nvPr/>
          </p:nvSpPr>
          <p:spPr>
            <a:xfrm>
              <a:off x="5145950" y="1839450"/>
              <a:ext cx="8675" cy="7600"/>
            </a:xfrm>
            <a:custGeom>
              <a:avLst/>
              <a:gdLst/>
              <a:ahLst/>
              <a:cxnLst/>
              <a:rect l="l" t="t" r="r" b="b"/>
              <a:pathLst>
                <a:path w="347" h="304" extrusionOk="0">
                  <a:moveTo>
                    <a:pt x="174" y="0"/>
                  </a:moveTo>
                  <a:cubicBezTo>
                    <a:pt x="151" y="0"/>
                    <a:pt x="127" y="6"/>
                    <a:pt x="107" y="19"/>
                  </a:cubicBezTo>
                  <a:cubicBezTo>
                    <a:pt x="27" y="72"/>
                    <a:pt x="1" y="152"/>
                    <a:pt x="54" y="231"/>
                  </a:cubicBezTo>
                  <a:cubicBezTo>
                    <a:pt x="81" y="277"/>
                    <a:pt x="132" y="303"/>
                    <a:pt x="184" y="303"/>
                  </a:cubicBezTo>
                  <a:cubicBezTo>
                    <a:pt x="208" y="303"/>
                    <a:pt x="232" y="297"/>
                    <a:pt x="253" y="285"/>
                  </a:cubicBezTo>
                  <a:cubicBezTo>
                    <a:pt x="333" y="245"/>
                    <a:pt x="346" y="152"/>
                    <a:pt x="306" y="85"/>
                  </a:cubicBezTo>
                  <a:cubicBezTo>
                    <a:pt x="279" y="30"/>
                    <a:pt x="226" y="0"/>
                    <a:pt x="174" y="0"/>
                  </a:cubicBez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79"/>
            <p:cNvSpPr/>
            <p:nvPr/>
          </p:nvSpPr>
          <p:spPr>
            <a:xfrm>
              <a:off x="5257625" y="1775300"/>
              <a:ext cx="8650" cy="7500"/>
            </a:xfrm>
            <a:custGeom>
              <a:avLst/>
              <a:gdLst/>
              <a:ahLst/>
              <a:cxnLst/>
              <a:rect l="l" t="t" r="r" b="b"/>
              <a:pathLst>
                <a:path w="346" h="300" extrusionOk="0">
                  <a:moveTo>
                    <a:pt x="163" y="0"/>
                  </a:moveTo>
                  <a:cubicBezTo>
                    <a:pt x="138" y="0"/>
                    <a:pt x="114" y="6"/>
                    <a:pt x="93" y="19"/>
                  </a:cubicBezTo>
                  <a:cubicBezTo>
                    <a:pt x="27" y="59"/>
                    <a:pt x="0" y="152"/>
                    <a:pt x="40" y="219"/>
                  </a:cubicBezTo>
                  <a:cubicBezTo>
                    <a:pt x="66" y="270"/>
                    <a:pt x="114" y="299"/>
                    <a:pt x="162" y="299"/>
                  </a:cubicBezTo>
                  <a:cubicBezTo>
                    <a:pt x="189" y="299"/>
                    <a:pt x="216" y="291"/>
                    <a:pt x="239" y="272"/>
                  </a:cubicBezTo>
                  <a:cubicBezTo>
                    <a:pt x="319" y="232"/>
                    <a:pt x="346" y="139"/>
                    <a:pt x="293" y="72"/>
                  </a:cubicBezTo>
                  <a:cubicBezTo>
                    <a:pt x="265" y="27"/>
                    <a:pt x="214" y="0"/>
                    <a:pt x="163" y="0"/>
                  </a:cubicBez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79"/>
            <p:cNvSpPr/>
            <p:nvPr/>
          </p:nvSpPr>
          <p:spPr>
            <a:xfrm>
              <a:off x="5169875" y="1863025"/>
              <a:ext cx="8675" cy="7625"/>
            </a:xfrm>
            <a:custGeom>
              <a:avLst/>
              <a:gdLst/>
              <a:ahLst/>
              <a:cxnLst/>
              <a:rect l="l" t="t" r="r" b="b"/>
              <a:pathLst>
                <a:path w="347" h="305" extrusionOk="0">
                  <a:moveTo>
                    <a:pt x="170" y="1"/>
                  </a:moveTo>
                  <a:cubicBezTo>
                    <a:pt x="119" y="1"/>
                    <a:pt x="68" y="27"/>
                    <a:pt x="41" y="73"/>
                  </a:cubicBezTo>
                  <a:cubicBezTo>
                    <a:pt x="1" y="152"/>
                    <a:pt x="27" y="245"/>
                    <a:pt x="94" y="285"/>
                  </a:cubicBezTo>
                  <a:cubicBezTo>
                    <a:pt x="115" y="298"/>
                    <a:pt x="139" y="304"/>
                    <a:pt x="163" y="304"/>
                  </a:cubicBezTo>
                  <a:cubicBezTo>
                    <a:pt x="214" y="304"/>
                    <a:pt x="266" y="277"/>
                    <a:pt x="293" y="232"/>
                  </a:cubicBezTo>
                  <a:cubicBezTo>
                    <a:pt x="346" y="152"/>
                    <a:pt x="320" y="59"/>
                    <a:pt x="240" y="19"/>
                  </a:cubicBezTo>
                  <a:cubicBezTo>
                    <a:pt x="219" y="7"/>
                    <a:pt x="195" y="1"/>
                    <a:pt x="170" y="1"/>
                  </a:cubicBez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79"/>
            <p:cNvSpPr/>
            <p:nvPr/>
          </p:nvSpPr>
          <p:spPr>
            <a:xfrm>
              <a:off x="5234025" y="1751700"/>
              <a:ext cx="8650" cy="7600"/>
            </a:xfrm>
            <a:custGeom>
              <a:avLst/>
              <a:gdLst/>
              <a:ahLst/>
              <a:cxnLst/>
              <a:rect l="l" t="t" r="r" b="b"/>
              <a:pathLst>
                <a:path w="346" h="304" extrusionOk="0">
                  <a:moveTo>
                    <a:pt x="177" y="1"/>
                  </a:moveTo>
                  <a:cubicBezTo>
                    <a:pt x="125" y="1"/>
                    <a:pt x="76" y="27"/>
                    <a:pt x="40" y="72"/>
                  </a:cubicBezTo>
                  <a:cubicBezTo>
                    <a:pt x="0" y="139"/>
                    <a:pt x="27" y="232"/>
                    <a:pt x="107" y="285"/>
                  </a:cubicBezTo>
                  <a:cubicBezTo>
                    <a:pt x="127" y="298"/>
                    <a:pt x="150" y="303"/>
                    <a:pt x="174" y="303"/>
                  </a:cubicBezTo>
                  <a:cubicBezTo>
                    <a:pt x="226" y="303"/>
                    <a:pt x="278" y="274"/>
                    <a:pt x="306" y="219"/>
                  </a:cubicBezTo>
                  <a:cubicBezTo>
                    <a:pt x="346" y="152"/>
                    <a:pt x="319" y="59"/>
                    <a:pt x="253" y="19"/>
                  </a:cubicBezTo>
                  <a:cubicBezTo>
                    <a:pt x="227" y="7"/>
                    <a:pt x="202" y="1"/>
                    <a:pt x="177" y="1"/>
                  </a:cubicBez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79"/>
            <p:cNvSpPr/>
            <p:nvPr/>
          </p:nvSpPr>
          <p:spPr>
            <a:xfrm>
              <a:off x="5168225" y="1782750"/>
              <a:ext cx="85100" cy="27925"/>
            </a:xfrm>
            <a:custGeom>
              <a:avLst/>
              <a:gdLst/>
              <a:ahLst/>
              <a:cxnLst/>
              <a:rect l="l" t="t" r="r" b="b"/>
              <a:pathLst>
                <a:path w="3404" h="1117" fill="none" extrusionOk="0">
                  <a:moveTo>
                    <a:pt x="0" y="492"/>
                  </a:moveTo>
                  <a:lnTo>
                    <a:pt x="1516" y="1117"/>
                  </a:lnTo>
                  <a:lnTo>
                    <a:pt x="3403" y="0"/>
                  </a:lnTo>
                </a:path>
              </a:pathLst>
            </a:custGeom>
            <a:noFill/>
            <a:ln w="4325" cap="rnd" cmpd="sng">
              <a:solidFill>
                <a:srgbClr val="4444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79"/>
            <p:cNvSpPr/>
            <p:nvPr/>
          </p:nvSpPr>
          <p:spPr>
            <a:xfrm>
              <a:off x="4847525" y="1817975"/>
              <a:ext cx="107025" cy="100050"/>
            </a:xfrm>
            <a:custGeom>
              <a:avLst/>
              <a:gdLst/>
              <a:ahLst/>
              <a:cxnLst/>
              <a:rect l="l" t="t" r="r" b="b"/>
              <a:pathLst>
                <a:path w="4281" h="4002" extrusionOk="0">
                  <a:moveTo>
                    <a:pt x="399" y="0"/>
                  </a:moveTo>
                  <a:cubicBezTo>
                    <a:pt x="186" y="0"/>
                    <a:pt x="0" y="186"/>
                    <a:pt x="0" y="399"/>
                  </a:cubicBezTo>
                  <a:lnTo>
                    <a:pt x="0" y="2486"/>
                  </a:lnTo>
                  <a:cubicBezTo>
                    <a:pt x="0" y="2712"/>
                    <a:pt x="186" y="2885"/>
                    <a:pt x="399" y="2885"/>
                  </a:cubicBezTo>
                  <a:lnTo>
                    <a:pt x="2845" y="2885"/>
                  </a:lnTo>
                  <a:lnTo>
                    <a:pt x="4041" y="4002"/>
                  </a:lnTo>
                  <a:lnTo>
                    <a:pt x="3669" y="2885"/>
                  </a:lnTo>
                  <a:lnTo>
                    <a:pt x="3882" y="2885"/>
                  </a:lnTo>
                  <a:cubicBezTo>
                    <a:pt x="4095" y="2885"/>
                    <a:pt x="4281" y="2712"/>
                    <a:pt x="4281" y="2486"/>
                  </a:cubicBezTo>
                  <a:lnTo>
                    <a:pt x="4281" y="399"/>
                  </a:lnTo>
                  <a:cubicBezTo>
                    <a:pt x="4281" y="186"/>
                    <a:pt x="4095" y="0"/>
                    <a:pt x="3882" y="0"/>
                  </a:cubicBez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79"/>
            <p:cNvSpPr/>
            <p:nvPr/>
          </p:nvSpPr>
          <p:spPr>
            <a:xfrm>
              <a:off x="4871125" y="1848550"/>
              <a:ext cx="10975" cy="10975"/>
            </a:xfrm>
            <a:custGeom>
              <a:avLst/>
              <a:gdLst/>
              <a:ahLst/>
              <a:cxnLst/>
              <a:rect l="l" t="t" r="r" b="b"/>
              <a:pathLst>
                <a:path w="439" h="439" extrusionOk="0">
                  <a:moveTo>
                    <a:pt x="226" y="0"/>
                  </a:moveTo>
                  <a:cubicBezTo>
                    <a:pt x="106" y="0"/>
                    <a:pt x="0" y="107"/>
                    <a:pt x="0" y="226"/>
                  </a:cubicBezTo>
                  <a:cubicBezTo>
                    <a:pt x="0" y="346"/>
                    <a:pt x="106" y="439"/>
                    <a:pt x="226" y="439"/>
                  </a:cubicBezTo>
                  <a:cubicBezTo>
                    <a:pt x="346" y="439"/>
                    <a:pt x="439" y="346"/>
                    <a:pt x="439" y="226"/>
                  </a:cubicBezTo>
                  <a:cubicBezTo>
                    <a:pt x="439" y="107"/>
                    <a:pt x="346" y="0"/>
                    <a:pt x="226" y="0"/>
                  </a:cubicBezTo>
                  <a:close/>
                </a:path>
              </a:pathLst>
            </a:custGeom>
            <a:solidFill>
              <a:srgbClr val="3D48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79"/>
            <p:cNvSpPr/>
            <p:nvPr/>
          </p:nvSpPr>
          <p:spPr>
            <a:xfrm>
              <a:off x="4895700" y="1848550"/>
              <a:ext cx="10675" cy="10975"/>
            </a:xfrm>
            <a:custGeom>
              <a:avLst/>
              <a:gdLst/>
              <a:ahLst/>
              <a:cxnLst/>
              <a:rect l="l" t="t" r="r" b="b"/>
              <a:pathLst>
                <a:path w="427" h="439" extrusionOk="0">
                  <a:moveTo>
                    <a:pt x="213" y="0"/>
                  </a:moveTo>
                  <a:cubicBezTo>
                    <a:pt x="94" y="0"/>
                    <a:pt x="1" y="107"/>
                    <a:pt x="1" y="226"/>
                  </a:cubicBezTo>
                  <a:cubicBezTo>
                    <a:pt x="1" y="346"/>
                    <a:pt x="94" y="439"/>
                    <a:pt x="213" y="439"/>
                  </a:cubicBezTo>
                  <a:cubicBezTo>
                    <a:pt x="333" y="439"/>
                    <a:pt x="426" y="346"/>
                    <a:pt x="426" y="226"/>
                  </a:cubicBezTo>
                  <a:cubicBezTo>
                    <a:pt x="426" y="107"/>
                    <a:pt x="333" y="0"/>
                    <a:pt x="213" y="0"/>
                  </a:cubicBezTo>
                  <a:close/>
                </a:path>
              </a:pathLst>
            </a:custGeom>
            <a:solidFill>
              <a:srgbClr val="3D48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79"/>
            <p:cNvSpPr/>
            <p:nvPr/>
          </p:nvSpPr>
          <p:spPr>
            <a:xfrm>
              <a:off x="4919975" y="1848550"/>
              <a:ext cx="10975" cy="10975"/>
            </a:xfrm>
            <a:custGeom>
              <a:avLst/>
              <a:gdLst/>
              <a:ahLst/>
              <a:cxnLst/>
              <a:rect l="l" t="t" r="r" b="b"/>
              <a:pathLst>
                <a:path w="439" h="439" extrusionOk="0">
                  <a:moveTo>
                    <a:pt x="213" y="0"/>
                  </a:moveTo>
                  <a:cubicBezTo>
                    <a:pt x="93" y="0"/>
                    <a:pt x="0" y="107"/>
                    <a:pt x="0" y="226"/>
                  </a:cubicBezTo>
                  <a:cubicBezTo>
                    <a:pt x="0" y="346"/>
                    <a:pt x="93" y="439"/>
                    <a:pt x="213" y="439"/>
                  </a:cubicBezTo>
                  <a:cubicBezTo>
                    <a:pt x="333" y="439"/>
                    <a:pt x="439" y="346"/>
                    <a:pt x="439" y="226"/>
                  </a:cubicBezTo>
                  <a:cubicBezTo>
                    <a:pt x="439" y="107"/>
                    <a:pt x="333" y="0"/>
                    <a:pt x="213" y="0"/>
                  </a:cubicBezTo>
                  <a:close/>
                </a:path>
              </a:pathLst>
            </a:custGeom>
            <a:solidFill>
              <a:srgbClr val="3D48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79"/>
            <p:cNvSpPr/>
            <p:nvPr/>
          </p:nvSpPr>
          <p:spPr>
            <a:xfrm>
              <a:off x="5095775" y="2256600"/>
              <a:ext cx="67825" cy="27975"/>
            </a:xfrm>
            <a:custGeom>
              <a:avLst/>
              <a:gdLst/>
              <a:ahLst/>
              <a:cxnLst/>
              <a:rect l="l" t="t" r="r" b="b"/>
              <a:pathLst>
                <a:path w="2713" h="1119" extrusionOk="0">
                  <a:moveTo>
                    <a:pt x="541" y="1"/>
                  </a:moveTo>
                  <a:cubicBezTo>
                    <a:pt x="501" y="1"/>
                    <a:pt x="474" y="5"/>
                    <a:pt x="466" y="15"/>
                  </a:cubicBezTo>
                  <a:cubicBezTo>
                    <a:pt x="412" y="82"/>
                    <a:pt x="984" y="202"/>
                    <a:pt x="1064" y="281"/>
                  </a:cubicBezTo>
                  <a:cubicBezTo>
                    <a:pt x="1141" y="371"/>
                    <a:pt x="457" y="761"/>
                    <a:pt x="40" y="761"/>
                  </a:cubicBezTo>
                  <a:cubicBezTo>
                    <a:pt x="26" y="761"/>
                    <a:pt x="13" y="761"/>
                    <a:pt x="0" y="760"/>
                  </a:cubicBezTo>
                  <a:lnTo>
                    <a:pt x="0" y="760"/>
                  </a:lnTo>
                  <a:cubicBezTo>
                    <a:pt x="0" y="760"/>
                    <a:pt x="269" y="935"/>
                    <a:pt x="522" y="935"/>
                  </a:cubicBezTo>
                  <a:cubicBezTo>
                    <a:pt x="539" y="935"/>
                    <a:pt x="555" y="934"/>
                    <a:pt x="572" y="933"/>
                  </a:cubicBezTo>
                  <a:cubicBezTo>
                    <a:pt x="572" y="933"/>
                    <a:pt x="786" y="1072"/>
                    <a:pt x="1012" y="1072"/>
                  </a:cubicBezTo>
                  <a:cubicBezTo>
                    <a:pt x="1038" y="1072"/>
                    <a:pt x="1064" y="1070"/>
                    <a:pt x="1090" y="1066"/>
                  </a:cubicBezTo>
                  <a:cubicBezTo>
                    <a:pt x="1330" y="1026"/>
                    <a:pt x="1529" y="1119"/>
                    <a:pt x="1835" y="826"/>
                  </a:cubicBezTo>
                  <a:lnTo>
                    <a:pt x="2712" y="786"/>
                  </a:lnTo>
                  <a:lnTo>
                    <a:pt x="2406" y="69"/>
                  </a:lnTo>
                  <a:cubicBezTo>
                    <a:pt x="2406" y="69"/>
                    <a:pt x="2091" y="203"/>
                    <a:pt x="1800" y="203"/>
                  </a:cubicBezTo>
                  <a:cubicBezTo>
                    <a:pt x="1748" y="203"/>
                    <a:pt x="1697" y="198"/>
                    <a:pt x="1649" y="188"/>
                  </a:cubicBezTo>
                  <a:cubicBezTo>
                    <a:pt x="1380" y="132"/>
                    <a:pt x="761" y="1"/>
                    <a:pt x="541" y="1"/>
                  </a:cubicBezTo>
                  <a:close/>
                </a:path>
              </a:pathLst>
            </a:custGeom>
            <a:solidFill>
              <a:srgbClr val="F7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79"/>
            <p:cNvSpPr/>
            <p:nvPr/>
          </p:nvSpPr>
          <p:spPr>
            <a:xfrm>
              <a:off x="5150275" y="2178625"/>
              <a:ext cx="137600" cy="119925"/>
            </a:xfrm>
            <a:custGeom>
              <a:avLst/>
              <a:gdLst/>
              <a:ahLst/>
              <a:cxnLst/>
              <a:rect l="l" t="t" r="r" b="b"/>
              <a:pathLst>
                <a:path w="5504" h="4797" extrusionOk="0">
                  <a:moveTo>
                    <a:pt x="4093" y="0"/>
                  </a:moveTo>
                  <a:cubicBezTo>
                    <a:pt x="3698" y="0"/>
                    <a:pt x="3350" y="130"/>
                    <a:pt x="3350" y="130"/>
                  </a:cubicBezTo>
                  <a:cubicBezTo>
                    <a:pt x="3350" y="130"/>
                    <a:pt x="625" y="2696"/>
                    <a:pt x="0" y="3161"/>
                  </a:cubicBezTo>
                  <a:lnTo>
                    <a:pt x="386" y="4796"/>
                  </a:lnTo>
                  <a:cubicBezTo>
                    <a:pt x="386" y="4796"/>
                    <a:pt x="2646" y="4118"/>
                    <a:pt x="4002" y="3653"/>
                  </a:cubicBezTo>
                  <a:cubicBezTo>
                    <a:pt x="5358" y="3174"/>
                    <a:pt x="5504" y="1499"/>
                    <a:pt x="5092" y="569"/>
                  </a:cubicBezTo>
                  <a:cubicBezTo>
                    <a:pt x="4885" y="117"/>
                    <a:pt x="4468" y="0"/>
                    <a:pt x="4093" y="0"/>
                  </a:cubicBezTo>
                  <a:close/>
                </a:path>
              </a:pathLst>
            </a:custGeom>
            <a:solidFill>
              <a:srgbClr val="DEA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79"/>
            <p:cNvSpPr/>
            <p:nvPr/>
          </p:nvSpPr>
          <p:spPr>
            <a:xfrm>
              <a:off x="5150275" y="2184850"/>
              <a:ext cx="80450" cy="113700"/>
            </a:xfrm>
            <a:custGeom>
              <a:avLst/>
              <a:gdLst/>
              <a:ahLst/>
              <a:cxnLst/>
              <a:rect l="l" t="t" r="r" b="b"/>
              <a:pathLst>
                <a:path w="3218" h="4548" fill="none" extrusionOk="0">
                  <a:moveTo>
                    <a:pt x="3217" y="1"/>
                  </a:moveTo>
                  <a:lnTo>
                    <a:pt x="0" y="2912"/>
                  </a:lnTo>
                  <a:lnTo>
                    <a:pt x="386" y="4547"/>
                  </a:lnTo>
                </a:path>
              </a:pathLst>
            </a:custGeom>
            <a:noFill/>
            <a:ln w="2000" cap="flat" cmpd="sng">
              <a:solidFill>
                <a:srgbClr val="444444"/>
              </a:solidFill>
              <a:prstDash val="solid"/>
              <a:miter lim="132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23FC6488-D366-4127-8936-A99E1D89185B}"/>
              </a:ext>
            </a:extLst>
          </p:cNvPr>
          <p:cNvSpPr txBox="1"/>
          <p:nvPr/>
        </p:nvSpPr>
        <p:spPr>
          <a:xfrm>
            <a:off x="1530073" y="3042340"/>
            <a:ext cx="2284600" cy="523220"/>
          </a:xfrm>
          <a:prstGeom prst="rect">
            <a:avLst/>
          </a:prstGeom>
          <a:noFill/>
        </p:spPr>
        <p:txBody>
          <a:bodyPr wrap="none" rtlCol="0">
            <a:spAutoFit/>
          </a:bodyPr>
          <a:lstStyle/>
          <a:p>
            <a:r>
              <a:rPr lang="en-US" sz="2800"/>
              <a:t>Nhà đầu tư? </a:t>
            </a:r>
          </a:p>
        </p:txBody>
      </p:sp>
      <p:sp>
        <p:nvSpPr>
          <p:cNvPr id="341" name="TextBox 340">
            <a:extLst>
              <a:ext uri="{FF2B5EF4-FFF2-40B4-BE49-F238E27FC236}">
                <a16:creationId xmlns:a16="http://schemas.microsoft.com/office/drawing/2014/main" id="{842E4B94-5DC6-4555-B41D-F5E5935C9D84}"/>
              </a:ext>
            </a:extLst>
          </p:cNvPr>
          <p:cNvSpPr txBox="1"/>
          <p:nvPr/>
        </p:nvSpPr>
        <p:spPr>
          <a:xfrm>
            <a:off x="4972135" y="3051582"/>
            <a:ext cx="2706190" cy="523220"/>
          </a:xfrm>
          <a:prstGeom prst="rect">
            <a:avLst/>
          </a:prstGeom>
          <a:noFill/>
        </p:spPr>
        <p:txBody>
          <a:bodyPr wrap="none" rtlCol="0">
            <a:spAutoFit/>
          </a:bodyPr>
          <a:lstStyle/>
          <a:p>
            <a:r>
              <a:rPr lang="en-US" sz="2800"/>
              <a:t>Đồng sáng lập?</a:t>
            </a:r>
          </a:p>
        </p:txBody>
      </p:sp>
    </p:spTree>
    <p:extLst>
      <p:ext uri="{BB962C8B-B14F-4D97-AF65-F5344CB8AC3E}">
        <p14:creationId xmlns:p14="http://schemas.microsoft.com/office/powerpoint/2010/main" val="1604007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p53"/>
          <p:cNvSpPr txBox="1">
            <a:spLocks noGrp="1"/>
          </p:cNvSpPr>
          <p:nvPr>
            <p:ph type="title"/>
          </p:nvPr>
        </p:nvSpPr>
        <p:spPr>
          <a:xfrm>
            <a:off x="184732" y="315192"/>
            <a:ext cx="8430775" cy="196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6600"/>
              <a:t>3 – 3 - 3</a:t>
            </a:r>
            <a:endParaRPr sz="6600"/>
          </a:p>
        </p:txBody>
      </p:sp>
      <p:sp>
        <p:nvSpPr>
          <p:cNvPr id="3" name="Google Shape;909;p53">
            <a:extLst>
              <a:ext uri="{FF2B5EF4-FFF2-40B4-BE49-F238E27FC236}">
                <a16:creationId xmlns:a16="http://schemas.microsoft.com/office/drawing/2014/main" id="{3819ADEC-A546-4303-9198-415F7D77B4E2}"/>
              </a:ext>
            </a:extLst>
          </p:cNvPr>
          <p:cNvSpPr txBox="1">
            <a:spLocks/>
          </p:cNvSpPr>
          <p:nvPr/>
        </p:nvSpPr>
        <p:spPr>
          <a:xfrm>
            <a:off x="356612" y="2107035"/>
            <a:ext cx="8430775" cy="151554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2000"/>
              <a:buFont typeface="Montserrat Black"/>
              <a:buNone/>
              <a:defRPr sz="11000" b="0" i="0" u="none" strike="noStrike" cap="none">
                <a:solidFill>
                  <a:schemeClr val="dk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12000"/>
              <a:buFont typeface="Montserrat Black"/>
              <a:buNone/>
              <a:defRPr sz="12000" b="0" i="0" u="none" strike="noStrike" cap="none">
                <a:solidFill>
                  <a:schemeClr val="dk1"/>
                </a:solidFill>
                <a:latin typeface="Montserrat Black"/>
                <a:ea typeface="Montserrat Black"/>
                <a:cs typeface="Montserrat Black"/>
                <a:sym typeface="Montserrat Black"/>
              </a:defRPr>
            </a:lvl2pPr>
            <a:lvl3pPr marR="0" lvl="2" algn="ctr" rtl="0">
              <a:lnSpc>
                <a:spcPct val="100000"/>
              </a:lnSpc>
              <a:spcBef>
                <a:spcPts val="0"/>
              </a:spcBef>
              <a:spcAft>
                <a:spcPts val="0"/>
              </a:spcAft>
              <a:buClr>
                <a:schemeClr val="dk1"/>
              </a:buClr>
              <a:buSzPts val="12000"/>
              <a:buFont typeface="Montserrat Black"/>
              <a:buNone/>
              <a:defRPr sz="12000" b="0" i="0" u="none" strike="noStrike" cap="none">
                <a:solidFill>
                  <a:schemeClr val="dk1"/>
                </a:solidFill>
                <a:latin typeface="Montserrat Black"/>
                <a:ea typeface="Montserrat Black"/>
                <a:cs typeface="Montserrat Black"/>
                <a:sym typeface="Montserrat Black"/>
              </a:defRPr>
            </a:lvl3pPr>
            <a:lvl4pPr marR="0" lvl="3" algn="ctr" rtl="0">
              <a:lnSpc>
                <a:spcPct val="100000"/>
              </a:lnSpc>
              <a:spcBef>
                <a:spcPts val="0"/>
              </a:spcBef>
              <a:spcAft>
                <a:spcPts val="0"/>
              </a:spcAft>
              <a:buClr>
                <a:schemeClr val="dk1"/>
              </a:buClr>
              <a:buSzPts val="12000"/>
              <a:buFont typeface="Montserrat Black"/>
              <a:buNone/>
              <a:defRPr sz="12000" b="0" i="0" u="none" strike="noStrike" cap="none">
                <a:solidFill>
                  <a:schemeClr val="dk1"/>
                </a:solidFill>
                <a:latin typeface="Montserrat Black"/>
                <a:ea typeface="Montserrat Black"/>
                <a:cs typeface="Montserrat Black"/>
                <a:sym typeface="Montserrat Black"/>
              </a:defRPr>
            </a:lvl4pPr>
            <a:lvl5pPr marR="0" lvl="4" algn="ctr" rtl="0">
              <a:lnSpc>
                <a:spcPct val="100000"/>
              </a:lnSpc>
              <a:spcBef>
                <a:spcPts val="0"/>
              </a:spcBef>
              <a:spcAft>
                <a:spcPts val="0"/>
              </a:spcAft>
              <a:buClr>
                <a:schemeClr val="dk1"/>
              </a:buClr>
              <a:buSzPts val="12000"/>
              <a:buFont typeface="Montserrat Black"/>
              <a:buNone/>
              <a:defRPr sz="12000" b="0" i="0" u="none" strike="noStrike" cap="none">
                <a:solidFill>
                  <a:schemeClr val="dk1"/>
                </a:solidFill>
                <a:latin typeface="Montserrat Black"/>
                <a:ea typeface="Montserrat Black"/>
                <a:cs typeface="Montserrat Black"/>
                <a:sym typeface="Montserrat Black"/>
              </a:defRPr>
            </a:lvl5pPr>
            <a:lvl6pPr marR="0" lvl="5" algn="ctr" rtl="0">
              <a:lnSpc>
                <a:spcPct val="100000"/>
              </a:lnSpc>
              <a:spcBef>
                <a:spcPts val="0"/>
              </a:spcBef>
              <a:spcAft>
                <a:spcPts val="0"/>
              </a:spcAft>
              <a:buClr>
                <a:schemeClr val="dk1"/>
              </a:buClr>
              <a:buSzPts val="12000"/>
              <a:buFont typeface="Montserrat Black"/>
              <a:buNone/>
              <a:defRPr sz="12000" b="0" i="0" u="none" strike="noStrike" cap="none">
                <a:solidFill>
                  <a:schemeClr val="dk1"/>
                </a:solidFill>
                <a:latin typeface="Montserrat Black"/>
                <a:ea typeface="Montserrat Black"/>
                <a:cs typeface="Montserrat Black"/>
                <a:sym typeface="Montserrat Black"/>
              </a:defRPr>
            </a:lvl6pPr>
            <a:lvl7pPr marR="0" lvl="6" algn="ctr" rtl="0">
              <a:lnSpc>
                <a:spcPct val="100000"/>
              </a:lnSpc>
              <a:spcBef>
                <a:spcPts val="0"/>
              </a:spcBef>
              <a:spcAft>
                <a:spcPts val="0"/>
              </a:spcAft>
              <a:buClr>
                <a:schemeClr val="dk1"/>
              </a:buClr>
              <a:buSzPts val="12000"/>
              <a:buFont typeface="Montserrat Black"/>
              <a:buNone/>
              <a:defRPr sz="12000" b="0" i="0" u="none" strike="noStrike" cap="none">
                <a:solidFill>
                  <a:schemeClr val="dk1"/>
                </a:solidFill>
                <a:latin typeface="Montserrat Black"/>
                <a:ea typeface="Montserrat Black"/>
                <a:cs typeface="Montserrat Black"/>
                <a:sym typeface="Montserrat Black"/>
              </a:defRPr>
            </a:lvl7pPr>
            <a:lvl8pPr marR="0" lvl="7" algn="ctr" rtl="0">
              <a:lnSpc>
                <a:spcPct val="100000"/>
              </a:lnSpc>
              <a:spcBef>
                <a:spcPts val="0"/>
              </a:spcBef>
              <a:spcAft>
                <a:spcPts val="0"/>
              </a:spcAft>
              <a:buClr>
                <a:schemeClr val="dk1"/>
              </a:buClr>
              <a:buSzPts val="12000"/>
              <a:buFont typeface="Montserrat Black"/>
              <a:buNone/>
              <a:defRPr sz="12000" b="0" i="0" u="none" strike="noStrike" cap="none">
                <a:solidFill>
                  <a:schemeClr val="dk1"/>
                </a:solidFill>
                <a:latin typeface="Montserrat Black"/>
                <a:ea typeface="Montserrat Black"/>
                <a:cs typeface="Montserrat Black"/>
                <a:sym typeface="Montserrat Black"/>
              </a:defRPr>
            </a:lvl8pPr>
            <a:lvl9pPr marR="0" lvl="8" algn="ctr" rtl="0">
              <a:lnSpc>
                <a:spcPct val="100000"/>
              </a:lnSpc>
              <a:spcBef>
                <a:spcPts val="0"/>
              </a:spcBef>
              <a:spcAft>
                <a:spcPts val="0"/>
              </a:spcAft>
              <a:buClr>
                <a:schemeClr val="dk1"/>
              </a:buClr>
              <a:buSzPts val="12000"/>
              <a:buFont typeface="Montserrat Black"/>
              <a:buNone/>
              <a:defRPr sz="12000" b="0" i="0" u="none" strike="noStrike" cap="none">
                <a:solidFill>
                  <a:schemeClr val="dk1"/>
                </a:solidFill>
                <a:latin typeface="Montserrat Black"/>
                <a:ea typeface="Montserrat Black"/>
                <a:cs typeface="Montserrat Black"/>
                <a:sym typeface="Montserrat Black"/>
              </a:defRPr>
            </a:lvl9pPr>
          </a:lstStyle>
          <a:p>
            <a:r>
              <a:rPr lang="en" sz="8000"/>
              <a:t>10,000,000</a:t>
            </a:r>
          </a:p>
        </p:txBody>
      </p:sp>
      <p:sp>
        <p:nvSpPr>
          <p:cNvPr id="4" name="Google Shape;909;p53">
            <a:extLst>
              <a:ext uri="{FF2B5EF4-FFF2-40B4-BE49-F238E27FC236}">
                <a16:creationId xmlns:a16="http://schemas.microsoft.com/office/drawing/2014/main" id="{0F2AFF8C-6CA5-4CD0-B3D9-6A8B4A61E96C}"/>
              </a:ext>
            </a:extLst>
          </p:cNvPr>
          <p:cNvSpPr txBox="1">
            <a:spLocks/>
          </p:cNvSpPr>
          <p:nvPr/>
        </p:nvSpPr>
        <p:spPr>
          <a:xfrm>
            <a:off x="447135" y="3098208"/>
            <a:ext cx="8430775" cy="151554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2000"/>
              <a:buFont typeface="Montserrat Black"/>
              <a:buNone/>
              <a:defRPr sz="11000" b="0" i="0" u="none" strike="noStrike" cap="none">
                <a:solidFill>
                  <a:schemeClr val="dk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12000"/>
              <a:buFont typeface="Montserrat Black"/>
              <a:buNone/>
              <a:defRPr sz="12000" b="0" i="0" u="none" strike="noStrike" cap="none">
                <a:solidFill>
                  <a:schemeClr val="dk1"/>
                </a:solidFill>
                <a:latin typeface="Montserrat Black"/>
                <a:ea typeface="Montserrat Black"/>
                <a:cs typeface="Montserrat Black"/>
                <a:sym typeface="Montserrat Black"/>
              </a:defRPr>
            </a:lvl2pPr>
            <a:lvl3pPr marR="0" lvl="2" algn="ctr" rtl="0">
              <a:lnSpc>
                <a:spcPct val="100000"/>
              </a:lnSpc>
              <a:spcBef>
                <a:spcPts val="0"/>
              </a:spcBef>
              <a:spcAft>
                <a:spcPts val="0"/>
              </a:spcAft>
              <a:buClr>
                <a:schemeClr val="dk1"/>
              </a:buClr>
              <a:buSzPts val="12000"/>
              <a:buFont typeface="Montserrat Black"/>
              <a:buNone/>
              <a:defRPr sz="12000" b="0" i="0" u="none" strike="noStrike" cap="none">
                <a:solidFill>
                  <a:schemeClr val="dk1"/>
                </a:solidFill>
                <a:latin typeface="Montserrat Black"/>
                <a:ea typeface="Montserrat Black"/>
                <a:cs typeface="Montserrat Black"/>
                <a:sym typeface="Montserrat Black"/>
              </a:defRPr>
            </a:lvl3pPr>
            <a:lvl4pPr marR="0" lvl="3" algn="ctr" rtl="0">
              <a:lnSpc>
                <a:spcPct val="100000"/>
              </a:lnSpc>
              <a:spcBef>
                <a:spcPts val="0"/>
              </a:spcBef>
              <a:spcAft>
                <a:spcPts val="0"/>
              </a:spcAft>
              <a:buClr>
                <a:schemeClr val="dk1"/>
              </a:buClr>
              <a:buSzPts val="12000"/>
              <a:buFont typeface="Montserrat Black"/>
              <a:buNone/>
              <a:defRPr sz="12000" b="0" i="0" u="none" strike="noStrike" cap="none">
                <a:solidFill>
                  <a:schemeClr val="dk1"/>
                </a:solidFill>
                <a:latin typeface="Montserrat Black"/>
                <a:ea typeface="Montserrat Black"/>
                <a:cs typeface="Montserrat Black"/>
                <a:sym typeface="Montserrat Black"/>
              </a:defRPr>
            </a:lvl4pPr>
            <a:lvl5pPr marR="0" lvl="4" algn="ctr" rtl="0">
              <a:lnSpc>
                <a:spcPct val="100000"/>
              </a:lnSpc>
              <a:spcBef>
                <a:spcPts val="0"/>
              </a:spcBef>
              <a:spcAft>
                <a:spcPts val="0"/>
              </a:spcAft>
              <a:buClr>
                <a:schemeClr val="dk1"/>
              </a:buClr>
              <a:buSzPts val="12000"/>
              <a:buFont typeface="Montserrat Black"/>
              <a:buNone/>
              <a:defRPr sz="12000" b="0" i="0" u="none" strike="noStrike" cap="none">
                <a:solidFill>
                  <a:schemeClr val="dk1"/>
                </a:solidFill>
                <a:latin typeface="Montserrat Black"/>
                <a:ea typeface="Montserrat Black"/>
                <a:cs typeface="Montserrat Black"/>
                <a:sym typeface="Montserrat Black"/>
              </a:defRPr>
            </a:lvl5pPr>
            <a:lvl6pPr marR="0" lvl="5" algn="ctr" rtl="0">
              <a:lnSpc>
                <a:spcPct val="100000"/>
              </a:lnSpc>
              <a:spcBef>
                <a:spcPts val="0"/>
              </a:spcBef>
              <a:spcAft>
                <a:spcPts val="0"/>
              </a:spcAft>
              <a:buClr>
                <a:schemeClr val="dk1"/>
              </a:buClr>
              <a:buSzPts val="12000"/>
              <a:buFont typeface="Montserrat Black"/>
              <a:buNone/>
              <a:defRPr sz="12000" b="0" i="0" u="none" strike="noStrike" cap="none">
                <a:solidFill>
                  <a:schemeClr val="dk1"/>
                </a:solidFill>
                <a:latin typeface="Montserrat Black"/>
                <a:ea typeface="Montserrat Black"/>
                <a:cs typeface="Montserrat Black"/>
                <a:sym typeface="Montserrat Black"/>
              </a:defRPr>
            </a:lvl6pPr>
            <a:lvl7pPr marR="0" lvl="6" algn="ctr" rtl="0">
              <a:lnSpc>
                <a:spcPct val="100000"/>
              </a:lnSpc>
              <a:spcBef>
                <a:spcPts val="0"/>
              </a:spcBef>
              <a:spcAft>
                <a:spcPts val="0"/>
              </a:spcAft>
              <a:buClr>
                <a:schemeClr val="dk1"/>
              </a:buClr>
              <a:buSzPts val="12000"/>
              <a:buFont typeface="Montserrat Black"/>
              <a:buNone/>
              <a:defRPr sz="12000" b="0" i="0" u="none" strike="noStrike" cap="none">
                <a:solidFill>
                  <a:schemeClr val="dk1"/>
                </a:solidFill>
                <a:latin typeface="Montserrat Black"/>
                <a:ea typeface="Montserrat Black"/>
                <a:cs typeface="Montserrat Black"/>
                <a:sym typeface="Montserrat Black"/>
              </a:defRPr>
            </a:lvl7pPr>
            <a:lvl8pPr marR="0" lvl="7" algn="ctr" rtl="0">
              <a:lnSpc>
                <a:spcPct val="100000"/>
              </a:lnSpc>
              <a:spcBef>
                <a:spcPts val="0"/>
              </a:spcBef>
              <a:spcAft>
                <a:spcPts val="0"/>
              </a:spcAft>
              <a:buClr>
                <a:schemeClr val="dk1"/>
              </a:buClr>
              <a:buSzPts val="12000"/>
              <a:buFont typeface="Montserrat Black"/>
              <a:buNone/>
              <a:defRPr sz="12000" b="0" i="0" u="none" strike="noStrike" cap="none">
                <a:solidFill>
                  <a:schemeClr val="dk1"/>
                </a:solidFill>
                <a:latin typeface="Montserrat Black"/>
                <a:ea typeface="Montserrat Black"/>
                <a:cs typeface="Montserrat Black"/>
                <a:sym typeface="Montserrat Black"/>
              </a:defRPr>
            </a:lvl8pPr>
            <a:lvl9pPr marR="0" lvl="8" algn="ctr" rtl="0">
              <a:lnSpc>
                <a:spcPct val="100000"/>
              </a:lnSpc>
              <a:spcBef>
                <a:spcPts val="0"/>
              </a:spcBef>
              <a:spcAft>
                <a:spcPts val="0"/>
              </a:spcAft>
              <a:buClr>
                <a:schemeClr val="dk1"/>
              </a:buClr>
              <a:buSzPts val="12000"/>
              <a:buFont typeface="Montserrat Black"/>
              <a:buNone/>
              <a:defRPr sz="12000" b="0" i="0" u="none" strike="noStrike" cap="none">
                <a:solidFill>
                  <a:schemeClr val="dk1"/>
                </a:solidFill>
                <a:latin typeface="Montserrat Black"/>
                <a:ea typeface="Montserrat Black"/>
                <a:cs typeface="Montserrat Black"/>
                <a:sym typeface="Montserrat Black"/>
              </a:defRPr>
            </a:lvl9pPr>
          </a:lstStyle>
          <a:p>
            <a:r>
              <a:rPr lang="en" sz="4800" b="1"/>
              <a:t>Monthly</a:t>
            </a:r>
          </a:p>
        </p:txBody>
      </p:sp>
    </p:spTree>
    <p:extLst>
      <p:ext uri="{BB962C8B-B14F-4D97-AF65-F5344CB8AC3E}">
        <p14:creationId xmlns:p14="http://schemas.microsoft.com/office/powerpoint/2010/main" val="2954144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2559"/>
        <p:cNvGrpSpPr/>
        <p:nvPr/>
      </p:nvGrpSpPr>
      <p:grpSpPr>
        <a:xfrm>
          <a:off x="0" y="0"/>
          <a:ext cx="0" cy="0"/>
          <a:chOff x="0" y="0"/>
          <a:chExt cx="0" cy="0"/>
        </a:xfrm>
      </p:grpSpPr>
      <p:sp>
        <p:nvSpPr>
          <p:cNvPr id="3" name="Google Shape;909;p53">
            <a:extLst>
              <a:ext uri="{FF2B5EF4-FFF2-40B4-BE49-F238E27FC236}">
                <a16:creationId xmlns:a16="http://schemas.microsoft.com/office/drawing/2014/main" id="{0EE53080-F339-45C8-8B76-D0AF95424329}"/>
              </a:ext>
            </a:extLst>
          </p:cNvPr>
          <p:cNvSpPr txBox="1">
            <a:spLocks/>
          </p:cNvSpPr>
          <p:nvPr/>
        </p:nvSpPr>
        <p:spPr>
          <a:xfrm>
            <a:off x="713100" y="1122740"/>
            <a:ext cx="7717800" cy="19635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600">
                <a:solidFill>
                  <a:schemeClr val="bg1"/>
                </a:solidFill>
              </a:rPr>
              <a:t>THANK YOU</a:t>
            </a:r>
          </a:p>
        </p:txBody>
      </p:sp>
    </p:spTree>
  </p:cSld>
  <p:clrMapOvr>
    <a:masterClrMapping/>
  </p:clrMapOvr>
</p:sld>
</file>

<file path=ppt/theme/theme1.xml><?xml version="1.0" encoding="utf-8"?>
<a:theme xmlns:a="http://schemas.openxmlformats.org/drawingml/2006/main" name="Product Development Project Proposal by Slidesgo">
  <a:themeElements>
    <a:clrScheme name="Simple Light">
      <a:dk1>
        <a:srgbClr val="1A2263"/>
      </a:dk1>
      <a:lt1>
        <a:srgbClr val="FFF0DE"/>
      </a:lt1>
      <a:dk2>
        <a:srgbClr val="444444"/>
      </a:dk2>
      <a:lt2>
        <a:srgbClr val="DB4646"/>
      </a:lt2>
      <a:accent1>
        <a:srgbClr val="F76868"/>
      </a:accent1>
      <a:accent2>
        <a:srgbClr val="945526"/>
      </a:accent2>
      <a:accent3>
        <a:srgbClr val="EBCAB3"/>
      </a:accent3>
      <a:accent4>
        <a:srgbClr val="DEA23C"/>
      </a:accent4>
      <a:accent5>
        <a:srgbClr val="536E4C"/>
      </a:accent5>
      <a:accent6>
        <a:srgbClr val="3D489C"/>
      </a:accent6>
      <a:hlink>
        <a:srgbClr val="1A226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TotalTime>
  <Words>373</Words>
  <Application>Microsoft Office PowerPoint</Application>
  <PresentationFormat>On-screen Show (16:9)</PresentationFormat>
  <Paragraphs>54</Paragraphs>
  <Slides>13</Slides>
  <Notes>13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13</vt:i4>
      </vt:variant>
    </vt:vector>
  </HeadingPairs>
  <TitlesOfParts>
    <vt:vector size="22" baseType="lpstr">
      <vt:lpstr>Open Sans</vt:lpstr>
      <vt:lpstr>Calibri</vt:lpstr>
      <vt:lpstr>Montserrat Black</vt:lpstr>
      <vt:lpstr>Fira Sans Extra Condensed Medium</vt:lpstr>
      <vt:lpstr>Proxima Nova</vt:lpstr>
      <vt:lpstr>Arial</vt:lpstr>
      <vt:lpstr>Proxima Nova Semibold</vt:lpstr>
      <vt:lpstr>Product Development Project Proposal by Slidesgo</vt:lpstr>
      <vt:lpstr>Slidesgo Final Pages</vt:lpstr>
      <vt:lpstr>CUNG CẤP GIẢI PHÁP ĐÀO TẠO ONLINE HIỆU QUẢ</vt:lpstr>
      <vt:lpstr>Mục lục</vt:lpstr>
      <vt:lpstr>01</vt:lpstr>
      <vt:lpstr>TẠI SAO CẦN CHÚNG TA?</vt:lpstr>
      <vt:lpstr>HƯỚNG GIẢI QUYẾT</vt:lpstr>
      <vt:lpstr>Cung cấp giải pháp CNTT nâng cao tính tích cực học tập của nhân viên với thao tác cực đơn giản tập trung hiệu quả đầu ra và tùy chỉnh vừa đúng với nhu cầu của doanh nghiệp.</vt:lpstr>
      <vt:lpstr>02</vt:lpstr>
      <vt:lpstr>Manufacturing Plan</vt:lpstr>
      <vt:lpstr>03</vt:lpstr>
      <vt:lpstr>CÔNG VIỆC</vt:lpstr>
      <vt:lpstr>WHO AM I?</vt:lpstr>
      <vt:lpstr>3 – 3 - 3</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&amp; Non-Realtime Project</dc:title>
  <dc:creator>DA Training Team</dc:creator>
  <cp:lastModifiedBy>Minh Tran</cp:lastModifiedBy>
  <cp:revision>23</cp:revision>
  <dcterms:modified xsi:type="dcterms:W3CDTF">2021-04-02T04:20:57Z</dcterms:modified>
</cp:coreProperties>
</file>